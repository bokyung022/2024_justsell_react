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2"/>
  </p:notesMasterIdLst>
  <p:sldIdLst>
    <p:sldId id="256" r:id="rId5"/>
    <p:sldId id="290" r:id="rId6"/>
    <p:sldId id="291" r:id="rId7"/>
    <p:sldId id="300" r:id="rId8"/>
    <p:sldId id="292" r:id="rId9"/>
    <p:sldId id="301" r:id="rId10"/>
    <p:sldId id="302" r:id="rId11"/>
    <p:sldId id="303" r:id="rId12"/>
    <p:sldId id="304" r:id="rId13"/>
    <p:sldId id="295" r:id="rId14"/>
    <p:sldId id="277" r:id="rId15"/>
    <p:sldId id="286" r:id="rId16"/>
    <p:sldId id="284" r:id="rId17"/>
    <p:sldId id="285" r:id="rId18"/>
    <p:sldId id="282" r:id="rId19"/>
    <p:sldId id="283" r:id="rId20"/>
    <p:sldId id="28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DE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rgbClr val="1CADE4"/>
              </a:solidFill>
            </a:rPr>
            <a:t>Lorem ipsum dolor sit </a:t>
          </a:r>
          <a:r>
            <a:rPr lang="en-US" dirty="0" err="1">
              <a:solidFill>
                <a:srgbClr val="1CADE4"/>
              </a:solidFill>
            </a:rPr>
            <a:t>amet</a:t>
          </a:r>
          <a:r>
            <a:rPr lang="en-US" dirty="0">
              <a:solidFill>
                <a:srgbClr val="1CADE4"/>
              </a:solidFill>
            </a:rPr>
            <a:t>, </a:t>
          </a:r>
          <a:r>
            <a:rPr lang="en-US" dirty="0" err="1">
              <a:solidFill>
                <a:srgbClr val="1CADE4"/>
              </a:solidFill>
            </a:rPr>
            <a:t>consectetuer</a:t>
          </a:r>
          <a:r>
            <a:rPr lang="en-US" dirty="0">
              <a:solidFill>
                <a:srgbClr val="1CADE4"/>
              </a:solidFill>
            </a:rPr>
            <a:t> </a:t>
          </a:r>
          <a:r>
            <a:rPr lang="en-US" dirty="0" err="1"/>
            <a:t>adipiscing</a:t>
          </a:r>
          <a:r>
            <a:rPr lang="en-US" dirty="0"/>
            <a:t> </a:t>
          </a:r>
          <a:r>
            <a:rPr lang="en-US" dirty="0" err="1"/>
            <a:t>elit</a:t>
          </a:r>
          <a:r>
            <a:rPr lang="en-US" dirty="0"/>
            <a:t>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C2746949-DF3A-47F8-BE23-15408671CA69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9609B706-0008-4152-B5D2-131371D11C1C}" type="pres">
      <dgm:prSet presAssocID="{40FC4FFE-8987-4A26-B7F4-8A516F18ADAE}" presName="compNode" presStyleCnt="0"/>
      <dgm:spPr/>
    </dgm:pt>
    <dgm:pt modelId="{548EEB50-E198-46DC-A51D-CD6665332CF1}" type="pres">
      <dgm:prSet presAssocID="{40FC4FFE-8987-4A26-B7F4-8A516F18ADAE}" presName="iconBgRect" presStyleLbl="bgShp" presStyleIdx="0" presStyleCnt="3"/>
      <dgm:spPr/>
    </dgm:pt>
    <dgm:pt modelId="{0F3C8CDE-2535-4A9E-9F05-71C8E15FECA2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29E3E790-F7F4-4A2A-AC18-E3DD8B2952E4}" type="pres">
      <dgm:prSet presAssocID="{40FC4FFE-8987-4A26-B7F4-8A516F18ADAE}" presName="spaceRect" presStyleCnt="0"/>
      <dgm:spPr/>
    </dgm:pt>
    <dgm:pt modelId="{BF19EF75-3DD9-4509-87B3-2062BD5E8188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295C80C-115C-4C17-98C1-F40759747FF0}" type="pres">
      <dgm:prSet presAssocID="{5B62599A-5C9B-48E7-896E-EA782AC60C8B}" presName="sibTrans" presStyleCnt="0"/>
      <dgm:spPr/>
    </dgm:pt>
    <dgm:pt modelId="{71606108-68CF-4DD9-9790-BFC9B90D1AA5}" type="pres">
      <dgm:prSet presAssocID="{49225C73-1633-42F1-AB3B-7CB183E5F8B8}" presName="compNode" presStyleCnt="0"/>
      <dgm:spPr/>
    </dgm:pt>
    <dgm:pt modelId="{0E43E57B-3E14-4E3B-A1BC-731AF65D8189}" type="pres">
      <dgm:prSet presAssocID="{49225C73-1633-42F1-AB3B-7CB183E5F8B8}" presName="iconBgRect" presStyleLbl="bgShp" presStyleIdx="1" presStyleCnt="3"/>
      <dgm:spPr/>
    </dgm:pt>
    <dgm:pt modelId="{EF896D61-E2C6-4762-9CCB-8A3825442A05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7597C331-0A41-4EBD-AA3A-AD9D1DCC735B}" type="pres">
      <dgm:prSet presAssocID="{49225C73-1633-42F1-AB3B-7CB183E5F8B8}" presName="spaceRect" presStyleCnt="0"/>
      <dgm:spPr/>
    </dgm:pt>
    <dgm:pt modelId="{D8E57ADC-01F3-4CB4-9B5C-B17D5DD902C1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22CD2E64-8EFB-4A81-BDE0-BAC66A1EF20A}" type="pres">
      <dgm:prSet presAssocID="{9646853A-8964-4519-A5B1-0B7D18B2983D}" presName="sibTrans" presStyleCnt="0"/>
      <dgm:spPr/>
    </dgm:pt>
    <dgm:pt modelId="{8F91CD95-C257-42E7-BE07-4A27C5275B00}" type="pres">
      <dgm:prSet presAssocID="{1C383F32-22E8-4F62-A3E0-BDC3D5F48992}" presName="compNode" presStyleCnt="0"/>
      <dgm:spPr/>
    </dgm:pt>
    <dgm:pt modelId="{10124FE6-EB36-46FB-90EB-DF0D18AF4333}" type="pres">
      <dgm:prSet presAssocID="{1C383F32-22E8-4F62-A3E0-BDC3D5F48992}" presName="iconBgRect" presStyleLbl="bgShp" presStyleIdx="2" presStyleCnt="3"/>
      <dgm:spPr/>
    </dgm:pt>
    <dgm:pt modelId="{E67DBE83-9179-4F07-B983-5E0B15CC4DBB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2976F799-F1FB-4756-97A5-A4DFF9A2E2AC}" type="pres">
      <dgm:prSet presAssocID="{1C383F32-22E8-4F62-A3E0-BDC3D5F48992}" presName="spaceRect" presStyleCnt="0"/>
      <dgm:spPr/>
    </dgm:pt>
    <dgm:pt modelId="{35534CAE-90F8-4027-8721-7824AD52F808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03DF3A66-E2FE-4C40-9519-197F4109CA73}" type="presOf" srcId="{40FC4FFE-8987-4A26-B7F4-8A516F18ADAE}" destId="{BF19EF75-3DD9-4509-87B3-2062BD5E818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2BAA6690-21F0-477F-9C92-C879BE358F74}" type="presOf" srcId="{1C383F32-22E8-4F62-A3E0-BDC3D5F48992}" destId="{35534CAE-90F8-4027-8721-7824AD52F808}" srcOrd="0" destOrd="0" presId="urn:microsoft.com/office/officeart/2018/5/layout/IconCircleLabelList"/>
    <dgm:cxn modelId="{EA1E98E3-AA00-4C95-8CAA-F371871E9AFF}" type="presOf" srcId="{49225C73-1633-42F1-AB3B-7CB183E5F8B8}" destId="{D8E57ADC-01F3-4CB4-9B5C-B17D5DD902C1}" srcOrd="0" destOrd="0" presId="urn:microsoft.com/office/officeart/2018/5/layout/IconCircleLabelList"/>
    <dgm:cxn modelId="{C899F3E5-335A-46C2-A99A-0757D25BCFD6}" type="presOf" srcId="{01A66772-F185-4D58-B8BB-E9370D7A7A2B}" destId="{C2746949-DF3A-47F8-BE23-15408671CA69}" srcOrd="0" destOrd="0" presId="urn:microsoft.com/office/officeart/2018/5/layout/IconCircleLabelList"/>
    <dgm:cxn modelId="{6F3DCB06-1E23-4182-8D0B-9BD0505D4215}" type="presParOf" srcId="{C2746949-DF3A-47F8-BE23-15408671CA69}" destId="{9609B706-0008-4152-B5D2-131371D11C1C}" srcOrd="0" destOrd="0" presId="urn:microsoft.com/office/officeart/2018/5/layout/IconCircleLabelList"/>
    <dgm:cxn modelId="{4F31065E-9429-4132-A2A6-379003646779}" type="presParOf" srcId="{9609B706-0008-4152-B5D2-131371D11C1C}" destId="{548EEB50-E198-46DC-A51D-CD6665332CF1}" srcOrd="0" destOrd="0" presId="urn:microsoft.com/office/officeart/2018/5/layout/IconCircleLabelList"/>
    <dgm:cxn modelId="{0C43BC87-D5B0-4474-A14A-2C014D1E95C5}" type="presParOf" srcId="{9609B706-0008-4152-B5D2-131371D11C1C}" destId="{0F3C8CDE-2535-4A9E-9F05-71C8E15FECA2}" srcOrd="1" destOrd="0" presId="urn:microsoft.com/office/officeart/2018/5/layout/IconCircleLabelList"/>
    <dgm:cxn modelId="{455710A6-E800-4CC2-94F6-34E1CD884A96}" type="presParOf" srcId="{9609B706-0008-4152-B5D2-131371D11C1C}" destId="{29E3E790-F7F4-4A2A-AC18-E3DD8B2952E4}" srcOrd="2" destOrd="0" presId="urn:microsoft.com/office/officeart/2018/5/layout/IconCircleLabelList"/>
    <dgm:cxn modelId="{D9113131-F8F9-4B90-B5F2-7B2AE143E569}" type="presParOf" srcId="{9609B706-0008-4152-B5D2-131371D11C1C}" destId="{BF19EF75-3DD9-4509-87B3-2062BD5E8188}" srcOrd="3" destOrd="0" presId="urn:microsoft.com/office/officeart/2018/5/layout/IconCircleLabelList"/>
    <dgm:cxn modelId="{C879AF39-3C5E-4009-BCAA-E7E115498D16}" type="presParOf" srcId="{C2746949-DF3A-47F8-BE23-15408671CA69}" destId="{F295C80C-115C-4C17-98C1-F40759747FF0}" srcOrd="1" destOrd="0" presId="urn:microsoft.com/office/officeart/2018/5/layout/IconCircleLabelList"/>
    <dgm:cxn modelId="{D77F1703-42D2-4F54-98F3-DCC55AF97148}" type="presParOf" srcId="{C2746949-DF3A-47F8-BE23-15408671CA69}" destId="{71606108-68CF-4DD9-9790-BFC9B90D1AA5}" srcOrd="2" destOrd="0" presId="urn:microsoft.com/office/officeart/2018/5/layout/IconCircleLabelList"/>
    <dgm:cxn modelId="{8A25BE8A-E38C-4218-AC63-ED33B90D5BE2}" type="presParOf" srcId="{71606108-68CF-4DD9-9790-BFC9B90D1AA5}" destId="{0E43E57B-3E14-4E3B-A1BC-731AF65D8189}" srcOrd="0" destOrd="0" presId="urn:microsoft.com/office/officeart/2018/5/layout/IconCircleLabelList"/>
    <dgm:cxn modelId="{F0FF4EAB-BC5F-4082-AB11-2EA26AA38663}" type="presParOf" srcId="{71606108-68CF-4DD9-9790-BFC9B90D1AA5}" destId="{EF896D61-E2C6-4762-9CCB-8A3825442A05}" srcOrd="1" destOrd="0" presId="urn:microsoft.com/office/officeart/2018/5/layout/IconCircleLabelList"/>
    <dgm:cxn modelId="{6C53DDC7-BA1A-4A57-A4D6-2B71B78E21B6}" type="presParOf" srcId="{71606108-68CF-4DD9-9790-BFC9B90D1AA5}" destId="{7597C331-0A41-4EBD-AA3A-AD9D1DCC735B}" srcOrd="2" destOrd="0" presId="urn:microsoft.com/office/officeart/2018/5/layout/IconCircleLabelList"/>
    <dgm:cxn modelId="{45E78FE8-5F68-484E-AF73-84457DCE774D}" type="presParOf" srcId="{71606108-68CF-4DD9-9790-BFC9B90D1AA5}" destId="{D8E57ADC-01F3-4CB4-9B5C-B17D5DD902C1}" srcOrd="3" destOrd="0" presId="urn:microsoft.com/office/officeart/2018/5/layout/IconCircleLabelList"/>
    <dgm:cxn modelId="{7BFF00EE-48F0-4430-9D62-DFD9E8B9302A}" type="presParOf" srcId="{C2746949-DF3A-47F8-BE23-15408671CA69}" destId="{22CD2E64-8EFB-4A81-BDE0-BAC66A1EF20A}" srcOrd="3" destOrd="0" presId="urn:microsoft.com/office/officeart/2018/5/layout/IconCircleLabelList"/>
    <dgm:cxn modelId="{6E240FAE-0076-46B7-8E15-15970BB81218}" type="presParOf" srcId="{C2746949-DF3A-47F8-BE23-15408671CA69}" destId="{8F91CD95-C257-42E7-BE07-4A27C5275B00}" srcOrd="4" destOrd="0" presId="urn:microsoft.com/office/officeart/2018/5/layout/IconCircleLabelList"/>
    <dgm:cxn modelId="{D5652ACF-792F-41AE-89A4-740520517220}" type="presParOf" srcId="{8F91CD95-C257-42E7-BE07-4A27C5275B00}" destId="{10124FE6-EB36-46FB-90EB-DF0D18AF4333}" srcOrd="0" destOrd="0" presId="urn:microsoft.com/office/officeart/2018/5/layout/IconCircleLabelList"/>
    <dgm:cxn modelId="{32CCB006-4239-44A9-9FA2-9D82D73D7B3D}" type="presParOf" srcId="{8F91CD95-C257-42E7-BE07-4A27C5275B00}" destId="{E67DBE83-9179-4F07-B983-5E0B15CC4DBB}" srcOrd="1" destOrd="0" presId="urn:microsoft.com/office/officeart/2018/5/layout/IconCircleLabelList"/>
    <dgm:cxn modelId="{4A433AEA-62C9-4F51-8147-B3033F0B330A}" type="presParOf" srcId="{8F91CD95-C257-42E7-BE07-4A27C5275B00}" destId="{2976F799-F1FB-4756-97A5-A4DFF9A2E2AC}" srcOrd="2" destOrd="0" presId="urn:microsoft.com/office/officeart/2018/5/layout/IconCircleLabelList"/>
    <dgm:cxn modelId="{D7EFCD18-68C6-423F-A96D-50CABE3DDE7D}" type="presParOf" srcId="{8F91CD95-C257-42E7-BE07-4A27C5275B00}" destId="{35534CAE-90F8-4027-8721-7824AD52F80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C2746949-DF3A-47F8-BE23-15408671CA69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9609B706-0008-4152-B5D2-131371D11C1C}" type="pres">
      <dgm:prSet presAssocID="{40FC4FFE-8987-4A26-B7F4-8A516F18ADAE}" presName="compNode" presStyleCnt="0"/>
      <dgm:spPr/>
    </dgm:pt>
    <dgm:pt modelId="{548EEB50-E198-46DC-A51D-CD6665332CF1}" type="pres">
      <dgm:prSet presAssocID="{40FC4FFE-8987-4A26-B7F4-8A516F18ADAE}" presName="iconBgRect" presStyleLbl="bgShp" presStyleIdx="0" presStyleCnt="3"/>
      <dgm:spPr/>
    </dgm:pt>
    <dgm:pt modelId="{0F3C8CDE-2535-4A9E-9F05-71C8E15FECA2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29E3E790-F7F4-4A2A-AC18-E3DD8B2952E4}" type="pres">
      <dgm:prSet presAssocID="{40FC4FFE-8987-4A26-B7F4-8A516F18ADAE}" presName="spaceRect" presStyleCnt="0"/>
      <dgm:spPr/>
    </dgm:pt>
    <dgm:pt modelId="{BF19EF75-3DD9-4509-87B3-2062BD5E8188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295C80C-115C-4C17-98C1-F40759747FF0}" type="pres">
      <dgm:prSet presAssocID="{5B62599A-5C9B-48E7-896E-EA782AC60C8B}" presName="sibTrans" presStyleCnt="0"/>
      <dgm:spPr/>
    </dgm:pt>
    <dgm:pt modelId="{71606108-68CF-4DD9-9790-BFC9B90D1AA5}" type="pres">
      <dgm:prSet presAssocID="{49225C73-1633-42F1-AB3B-7CB183E5F8B8}" presName="compNode" presStyleCnt="0"/>
      <dgm:spPr/>
    </dgm:pt>
    <dgm:pt modelId="{0E43E57B-3E14-4E3B-A1BC-731AF65D8189}" type="pres">
      <dgm:prSet presAssocID="{49225C73-1633-42F1-AB3B-7CB183E5F8B8}" presName="iconBgRect" presStyleLbl="bgShp" presStyleIdx="1" presStyleCnt="3"/>
      <dgm:spPr/>
    </dgm:pt>
    <dgm:pt modelId="{EF896D61-E2C6-4762-9CCB-8A3825442A05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7597C331-0A41-4EBD-AA3A-AD9D1DCC735B}" type="pres">
      <dgm:prSet presAssocID="{49225C73-1633-42F1-AB3B-7CB183E5F8B8}" presName="spaceRect" presStyleCnt="0"/>
      <dgm:spPr/>
    </dgm:pt>
    <dgm:pt modelId="{D8E57ADC-01F3-4CB4-9B5C-B17D5DD902C1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22CD2E64-8EFB-4A81-BDE0-BAC66A1EF20A}" type="pres">
      <dgm:prSet presAssocID="{9646853A-8964-4519-A5B1-0B7D18B2983D}" presName="sibTrans" presStyleCnt="0"/>
      <dgm:spPr/>
    </dgm:pt>
    <dgm:pt modelId="{8F91CD95-C257-42E7-BE07-4A27C5275B00}" type="pres">
      <dgm:prSet presAssocID="{1C383F32-22E8-4F62-A3E0-BDC3D5F48992}" presName="compNode" presStyleCnt="0"/>
      <dgm:spPr/>
    </dgm:pt>
    <dgm:pt modelId="{10124FE6-EB36-46FB-90EB-DF0D18AF4333}" type="pres">
      <dgm:prSet presAssocID="{1C383F32-22E8-4F62-A3E0-BDC3D5F48992}" presName="iconBgRect" presStyleLbl="bgShp" presStyleIdx="2" presStyleCnt="3"/>
      <dgm:spPr/>
    </dgm:pt>
    <dgm:pt modelId="{E67DBE83-9179-4F07-B983-5E0B15CC4DBB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2976F799-F1FB-4756-97A5-A4DFF9A2E2AC}" type="pres">
      <dgm:prSet presAssocID="{1C383F32-22E8-4F62-A3E0-BDC3D5F48992}" presName="spaceRect" presStyleCnt="0"/>
      <dgm:spPr/>
    </dgm:pt>
    <dgm:pt modelId="{35534CAE-90F8-4027-8721-7824AD52F808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03DF3A66-E2FE-4C40-9519-197F4109CA73}" type="presOf" srcId="{40FC4FFE-8987-4A26-B7F4-8A516F18ADAE}" destId="{BF19EF75-3DD9-4509-87B3-2062BD5E818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2BAA6690-21F0-477F-9C92-C879BE358F74}" type="presOf" srcId="{1C383F32-22E8-4F62-A3E0-BDC3D5F48992}" destId="{35534CAE-90F8-4027-8721-7824AD52F808}" srcOrd="0" destOrd="0" presId="urn:microsoft.com/office/officeart/2018/5/layout/IconCircleLabelList"/>
    <dgm:cxn modelId="{EA1E98E3-AA00-4C95-8CAA-F371871E9AFF}" type="presOf" srcId="{49225C73-1633-42F1-AB3B-7CB183E5F8B8}" destId="{D8E57ADC-01F3-4CB4-9B5C-B17D5DD902C1}" srcOrd="0" destOrd="0" presId="urn:microsoft.com/office/officeart/2018/5/layout/IconCircleLabelList"/>
    <dgm:cxn modelId="{C899F3E5-335A-46C2-A99A-0757D25BCFD6}" type="presOf" srcId="{01A66772-F185-4D58-B8BB-E9370D7A7A2B}" destId="{C2746949-DF3A-47F8-BE23-15408671CA69}" srcOrd="0" destOrd="0" presId="urn:microsoft.com/office/officeart/2018/5/layout/IconCircleLabelList"/>
    <dgm:cxn modelId="{6F3DCB06-1E23-4182-8D0B-9BD0505D4215}" type="presParOf" srcId="{C2746949-DF3A-47F8-BE23-15408671CA69}" destId="{9609B706-0008-4152-B5D2-131371D11C1C}" srcOrd="0" destOrd="0" presId="urn:microsoft.com/office/officeart/2018/5/layout/IconCircleLabelList"/>
    <dgm:cxn modelId="{4F31065E-9429-4132-A2A6-379003646779}" type="presParOf" srcId="{9609B706-0008-4152-B5D2-131371D11C1C}" destId="{548EEB50-E198-46DC-A51D-CD6665332CF1}" srcOrd="0" destOrd="0" presId="urn:microsoft.com/office/officeart/2018/5/layout/IconCircleLabelList"/>
    <dgm:cxn modelId="{0C43BC87-D5B0-4474-A14A-2C014D1E95C5}" type="presParOf" srcId="{9609B706-0008-4152-B5D2-131371D11C1C}" destId="{0F3C8CDE-2535-4A9E-9F05-71C8E15FECA2}" srcOrd="1" destOrd="0" presId="urn:microsoft.com/office/officeart/2018/5/layout/IconCircleLabelList"/>
    <dgm:cxn modelId="{455710A6-E800-4CC2-94F6-34E1CD884A96}" type="presParOf" srcId="{9609B706-0008-4152-B5D2-131371D11C1C}" destId="{29E3E790-F7F4-4A2A-AC18-E3DD8B2952E4}" srcOrd="2" destOrd="0" presId="urn:microsoft.com/office/officeart/2018/5/layout/IconCircleLabelList"/>
    <dgm:cxn modelId="{D9113131-F8F9-4B90-B5F2-7B2AE143E569}" type="presParOf" srcId="{9609B706-0008-4152-B5D2-131371D11C1C}" destId="{BF19EF75-3DD9-4509-87B3-2062BD5E8188}" srcOrd="3" destOrd="0" presId="urn:microsoft.com/office/officeart/2018/5/layout/IconCircleLabelList"/>
    <dgm:cxn modelId="{C879AF39-3C5E-4009-BCAA-E7E115498D16}" type="presParOf" srcId="{C2746949-DF3A-47F8-BE23-15408671CA69}" destId="{F295C80C-115C-4C17-98C1-F40759747FF0}" srcOrd="1" destOrd="0" presId="urn:microsoft.com/office/officeart/2018/5/layout/IconCircleLabelList"/>
    <dgm:cxn modelId="{D77F1703-42D2-4F54-98F3-DCC55AF97148}" type="presParOf" srcId="{C2746949-DF3A-47F8-BE23-15408671CA69}" destId="{71606108-68CF-4DD9-9790-BFC9B90D1AA5}" srcOrd="2" destOrd="0" presId="urn:microsoft.com/office/officeart/2018/5/layout/IconCircleLabelList"/>
    <dgm:cxn modelId="{8A25BE8A-E38C-4218-AC63-ED33B90D5BE2}" type="presParOf" srcId="{71606108-68CF-4DD9-9790-BFC9B90D1AA5}" destId="{0E43E57B-3E14-4E3B-A1BC-731AF65D8189}" srcOrd="0" destOrd="0" presId="urn:microsoft.com/office/officeart/2018/5/layout/IconCircleLabelList"/>
    <dgm:cxn modelId="{F0FF4EAB-BC5F-4082-AB11-2EA26AA38663}" type="presParOf" srcId="{71606108-68CF-4DD9-9790-BFC9B90D1AA5}" destId="{EF896D61-E2C6-4762-9CCB-8A3825442A05}" srcOrd="1" destOrd="0" presId="urn:microsoft.com/office/officeart/2018/5/layout/IconCircleLabelList"/>
    <dgm:cxn modelId="{6C53DDC7-BA1A-4A57-A4D6-2B71B78E21B6}" type="presParOf" srcId="{71606108-68CF-4DD9-9790-BFC9B90D1AA5}" destId="{7597C331-0A41-4EBD-AA3A-AD9D1DCC735B}" srcOrd="2" destOrd="0" presId="urn:microsoft.com/office/officeart/2018/5/layout/IconCircleLabelList"/>
    <dgm:cxn modelId="{45E78FE8-5F68-484E-AF73-84457DCE774D}" type="presParOf" srcId="{71606108-68CF-4DD9-9790-BFC9B90D1AA5}" destId="{D8E57ADC-01F3-4CB4-9B5C-B17D5DD902C1}" srcOrd="3" destOrd="0" presId="urn:microsoft.com/office/officeart/2018/5/layout/IconCircleLabelList"/>
    <dgm:cxn modelId="{7BFF00EE-48F0-4430-9D62-DFD9E8B9302A}" type="presParOf" srcId="{C2746949-DF3A-47F8-BE23-15408671CA69}" destId="{22CD2E64-8EFB-4A81-BDE0-BAC66A1EF20A}" srcOrd="3" destOrd="0" presId="urn:microsoft.com/office/officeart/2018/5/layout/IconCircleLabelList"/>
    <dgm:cxn modelId="{6E240FAE-0076-46B7-8E15-15970BB81218}" type="presParOf" srcId="{C2746949-DF3A-47F8-BE23-15408671CA69}" destId="{8F91CD95-C257-42E7-BE07-4A27C5275B00}" srcOrd="4" destOrd="0" presId="urn:microsoft.com/office/officeart/2018/5/layout/IconCircleLabelList"/>
    <dgm:cxn modelId="{D5652ACF-792F-41AE-89A4-740520517220}" type="presParOf" srcId="{8F91CD95-C257-42E7-BE07-4A27C5275B00}" destId="{10124FE6-EB36-46FB-90EB-DF0D18AF4333}" srcOrd="0" destOrd="0" presId="urn:microsoft.com/office/officeart/2018/5/layout/IconCircleLabelList"/>
    <dgm:cxn modelId="{32CCB006-4239-44A9-9FA2-9D82D73D7B3D}" type="presParOf" srcId="{8F91CD95-C257-42E7-BE07-4A27C5275B00}" destId="{E67DBE83-9179-4F07-B983-5E0B15CC4DBB}" srcOrd="1" destOrd="0" presId="urn:microsoft.com/office/officeart/2018/5/layout/IconCircleLabelList"/>
    <dgm:cxn modelId="{4A433AEA-62C9-4F51-8147-B3033F0B330A}" type="presParOf" srcId="{8F91CD95-C257-42E7-BE07-4A27C5275B00}" destId="{2976F799-F1FB-4756-97A5-A4DFF9A2E2AC}" srcOrd="2" destOrd="0" presId="urn:microsoft.com/office/officeart/2018/5/layout/IconCircleLabelList"/>
    <dgm:cxn modelId="{D7EFCD18-68C6-423F-A96D-50CABE3DDE7D}" type="presParOf" srcId="{8F91CD95-C257-42E7-BE07-4A27C5275B00}" destId="{35534CAE-90F8-4027-8721-7824AD52F80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26BA8678-8E8A-43F2-93EA-C3EC6FECABA9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3C18050-F22A-4A4D-BA77-057AB6AAA08F}" type="pres">
      <dgm:prSet presAssocID="{40FC4FFE-8987-4A26-B7F4-8A516F18ADAE}" presName="compNode" presStyleCnt="0"/>
      <dgm:spPr/>
    </dgm:pt>
    <dgm:pt modelId="{42AE9F81-603F-48B5-874B-30EE2C752DD2}" type="pres">
      <dgm:prSet presAssocID="{40FC4FFE-8987-4A26-B7F4-8A516F18ADAE}" presName="bgRect" presStyleLbl="bgShp" presStyleIdx="0" presStyleCnt="3"/>
      <dgm:spPr/>
    </dgm:pt>
    <dgm:pt modelId="{D30F5932-3FA7-43ED-BCC9-F3348EF1BA81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D53A6141-9285-44B3-9BF8-C8ABB0E8637A}" type="pres">
      <dgm:prSet presAssocID="{40FC4FFE-8987-4A26-B7F4-8A516F18ADAE}" presName="spaceRect" presStyleCnt="0"/>
      <dgm:spPr/>
    </dgm:pt>
    <dgm:pt modelId="{281E14EC-AD06-486B-AE8A-55FC62BEECF7}" type="pres">
      <dgm:prSet presAssocID="{40FC4FFE-8987-4A26-B7F4-8A516F18ADAE}" presName="parTx" presStyleLbl="revTx" presStyleIdx="0" presStyleCnt="3">
        <dgm:presLayoutVars>
          <dgm:chMax val="0"/>
          <dgm:chPref val="0"/>
        </dgm:presLayoutVars>
      </dgm:prSet>
      <dgm:spPr/>
    </dgm:pt>
    <dgm:pt modelId="{0CCA19BB-E2F8-4960-9B17-6F00284D141E}" type="pres">
      <dgm:prSet presAssocID="{5B62599A-5C9B-48E7-896E-EA782AC60C8B}" presName="sibTrans" presStyleCnt="0"/>
      <dgm:spPr/>
    </dgm:pt>
    <dgm:pt modelId="{82C9F05A-14BD-4C8A-9EBC-76F6865392C8}" type="pres">
      <dgm:prSet presAssocID="{49225C73-1633-42F1-AB3B-7CB183E5F8B8}" presName="compNode" presStyleCnt="0"/>
      <dgm:spPr/>
    </dgm:pt>
    <dgm:pt modelId="{1B714BCA-837C-4B1C-BF3A-6F55D82C35E5}" type="pres">
      <dgm:prSet presAssocID="{49225C73-1633-42F1-AB3B-7CB183E5F8B8}" presName="bgRect" presStyleLbl="bgShp" presStyleIdx="1" presStyleCnt="3"/>
      <dgm:spPr/>
    </dgm:pt>
    <dgm:pt modelId="{F2EE019E-50C1-4639-A910-1512EB9088D3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7D0A51CD-3EA1-4C2A-9343-8D0124A91FDB}" type="pres">
      <dgm:prSet presAssocID="{49225C73-1633-42F1-AB3B-7CB183E5F8B8}" presName="spaceRect" presStyleCnt="0"/>
      <dgm:spPr/>
    </dgm:pt>
    <dgm:pt modelId="{DD79E21B-3158-4134-90F2-7CFA6D4FE636}" type="pres">
      <dgm:prSet presAssocID="{49225C73-1633-42F1-AB3B-7CB183E5F8B8}" presName="parTx" presStyleLbl="revTx" presStyleIdx="1" presStyleCnt="3">
        <dgm:presLayoutVars>
          <dgm:chMax val="0"/>
          <dgm:chPref val="0"/>
        </dgm:presLayoutVars>
      </dgm:prSet>
      <dgm:spPr/>
    </dgm:pt>
    <dgm:pt modelId="{8A9E6148-2659-4526-8FA1-306D3D45B975}" type="pres">
      <dgm:prSet presAssocID="{9646853A-8964-4519-A5B1-0B7D18B2983D}" presName="sibTrans" presStyleCnt="0"/>
      <dgm:spPr/>
    </dgm:pt>
    <dgm:pt modelId="{254E9613-4DBF-4050-BAC6-3DE29F321886}" type="pres">
      <dgm:prSet presAssocID="{1C383F32-22E8-4F62-A3E0-BDC3D5F48992}" presName="compNode" presStyleCnt="0"/>
      <dgm:spPr/>
    </dgm:pt>
    <dgm:pt modelId="{F9C919D1-A2B4-45A6-91F0-663DF427E8B5}" type="pres">
      <dgm:prSet presAssocID="{1C383F32-22E8-4F62-A3E0-BDC3D5F48992}" presName="bgRect" presStyleLbl="bgShp" presStyleIdx="2" presStyleCnt="3"/>
      <dgm:spPr/>
    </dgm:pt>
    <dgm:pt modelId="{40A106C0-E8DC-4D63-9BA4-FB531EB12F56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35C7EBBC-EDA4-45CB-AA86-0065B073A471}" type="pres">
      <dgm:prSet presAssocID="{1C383F32-22E8-4F62-A3E0-BDC3D5F48992}" presName="spaceRect" presStyleCnt="0"/>
      <dgm:spPr/>
    </dgm:pt>
    <dgm:pt modelId="{004286CB-ECC4-4D3D-93FB-D2FA948EBCAB}" type="pres">
      <dgm:prSet presAssocID="{1C383F32-22E8-4F62-A3E0-BDC3D5F4899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4B6FEC2E-109B-446A-9998-10F3D4773086}" type="presOf" srcId="{40FC4FFE-8987-4A26-B7F4-8A516F18ADAE}" destId="{281E14EC-AD06-486B-AE8A-55FC62BEECF7}" srcOrd="0" destOrd="0" presId="urn:microsoft.com/office/officeart/2018/2/layout/IconVerticalSolid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B8543550-4971-4B2B-BE45-5B551774F32B}" type="presOf" srcId="{01A66772-F185-4D58-B8BB-E9370D7A7A2B}" destId="{26BA8678-8E8A-43F2-93EA-C3EC6FECABA9}" srcOrd="0" destOrd="0" presId="urn:microsoft.com/office/officeart/2018/2/layout/IconVerticalSolid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6238A9A1-EACB-4998-80E8-EC0396E1FE05}" type="presOf" srcId="{1C383F32-22E8-4F62-A3E0-BDC3D5F48992}" destId="{004286CB-ECC4-4D3D-93FB-D2FA948EBCAB}" srcOrd="0" destOrd="0" presId="urn:microsoft.com/office/officeart/2018/2/layout/IconVerticalSolidList"/>
    <dgm:cxn modelId="{C162B9F0-E95E-4226-977A-7E9A538795C6}" type="presOf" srcId="{49225C73-1633-42F1-AB3B-7CB183E5F8B8}" destId="{DD79E21B-3158-4134-90F2-7CFA6D4FE636}" srcOrd="0" destOrd="0" presId="urn:microsoft.com/office/officeart/2018/2/layout/IconVerticalSolidList"/>
    <dgm:cxn modelId="{93228DF2-DAC9-46BA-8CF4-9CF60C1CBA14}" type="presParOf" srcId="{26BA8678-8E8A-43F2-93EA-C3EC6FECABA9}" destId="{D3C18050-F22A-4A4D-BA77-057AB6AAA08F}" srcOrd="0" destOrd="0" presId="urn:microsoft.com/office/officeart/2018/2/layout/IconVerticalSolidList"/>
    <dgm:cxn modelId="{508B204F-8D6C-4EEF-A095-10D9647E603E}" type="presParOf" srcId="{D3C18050-F22A-4A4D-BA77-057AB6AAA08F}" destId="{42AE9F81-603F-48B5-874B-30EE2C752DD2}" srcOrd="0" destOrd="0" presId="urn:microsoft.com/office/officeart/2018/2/layout/IconVerticalSolidList"/>
    <dgm:cxn modelId="{89F985CB-136A-46A2-9749-0352547FBFFD}" type="presParOf" srcId="{D3C18050-F22A-4A4D-BA77-057AB6AAA08F}" destId="{D30F5932-3FA7-43ED-BCC9-F3348EF1BA81}" srcOrd="1" destOrd="0" presId="urn:microsoft.com/office/officeart/2018/2/layout/IconVerticalSolidList"/>
    <dgm:cxn modelId="{4ACCAF61-95D0-453B-89C3-63A8DA9BB1BC}" type="presParOf" srcId="{D3C18050-F22A-4A4D-BA77-057AB6AAA08F}" destId="{D53A6141-9285-44B3-9BF8-C8ABB0E8637A}" srcOrd="2" destOrd="0" presId="urn:microsoft.com/office/officeart/2018/2/layout/IconVerticalSolidList"/>
    <dgm:cxn modelId="{AB29A271-8EDE-4705-AE49-D33C9F172D23}" type="presParOf" srcId="{D3C18050-F22A-4A4D-BA77-057AB6AAA08F}" destId="{281E14EC-AD06-486B-AE8A-55FC62BEECF7}" srcOrd="3" destOrd="0" presId="urn:microsoft.com/office/officeart/2018/2/layout/IconVerticalSolidList"/>
    <dgm:cxn modelId="{CC7663A3-055D-4D50-A281-D085244DB411}" type="presParOf" srcId="{26BA8678-8E8A-43F2-93EA-C3EC6FECABA9}" destId="{0CCA19BB-E2F8-4960-9B17-6F00284D141E}" srcOrd="1" destOrd="0" presId="urn:microsoft.com/office/officeart/2018/2/layout/IconVerticalSolidList"/>
    <dgm:cxn modelId="{68C51A09-1508-45F0-8EC8-39496FF55560}" type="presParOf" srcId="{26BA8678-8E8A-43F2-93EA-C3EC6FECABA9}" destId="{82C9F05A-14BD-4C8A-9EBC-76F6865392C8}" srcOrd="2" destOrd="0" presId="urn:microsoft.com/office/officeart/2018/2/layout/IconVerticalSolidList"/>
    <dgm:cxn modelId="{27B66B62-69B8-4852-88FA-42C1518DA5E6}" type="presParOf" srcId="{82C9F05A-14BD-4C8A-9EBC-76F6865392C8}" destId="{1B714BCA-837C-4B1C-BF3A-6F55D82C35E5}" srcOrd="0" destOrd="0" presId="urn:microsoft.com/office/officeart/2018/2/layout/IconVerticalSolidList"/>
    <dgm:cxn modelId="{35F90342-6BDF-4B2E-AC24-D1319C76D6D2}" type="presParOf" srcId="{82C9F05A-14BD-4C8A-9EBC-76F6865392C8}" destId="{F2EE019E-50C1-4639-A910-1512EB9088D3}" srcOrd="1" destOrd="0" presId="urn:microsoft.com/office/officeart/2018/2/layout/IconVerticalSolidList"/>
    <dgm:cxn modelId="{5B78BE58-65B4-481D-90CD-29BBF309785F}" type="presParOf" srcId="{82C9F05A-14BD-4C8A-9EBC-76F6865392C8}" destId="{7D0A51CD-3EA1-4C2A-9343-8D0124A91FDB}" srcOrd="2" destOrd="0" presId="urn:microsoft.com/office/officeart/2018/2/layout/IconVerticalSolidList"/>
    <dgm:cxn modelId="{91F1AB52-1BEA-4B80-B2ED-0FA5FF7C5CBE}" type="presParOf" srcId="{82C9F05A-14BD-4C8A-9EBC-76F6865392C8}" destId="{DD79E21B-3158-4134-90F2-7CFA6D4FE636}" srcOrd="3" destOrd="0" presId="urn:microsoft.com/office/officeart/2018/2/layout/IconVerticalSolidList"/>
    <dgm:cxn modelId="{2F369A51-BD72-4E0F-971E-9C3D85B168E1}" type="presParOf" srcId="{26BA8678-8E8A-43F2-93EA-C3EC6FECABA9}" destId="{8A9E6148-2659-4526-8FA1-306D3D45B975}" srcOrd="3" destOrd="0" presId="urn:microsoft.com/office/officeart/2018/2/layout/IconVerticalSolidList"/>
    <dgm:cxn modelId="{F8ACAFFA-4FE1-4120-BF24-44D6518B510A}" type="presParOf" srcId="{26BA8678-8E8A-43F2-93EA-C3EC6FECABA9}" destId="{254E9613-4DBF-4050-BAC6-3DE29F321886}" srcOrd="4" destOrd="0" presId="urn:microsoft.com/office/officeart/2018/2/layout/IconVerticalSolidList"/>
    <dgm:cxn modelId="{067454F9-3114-402F-AE35-45B3E3E996E8}" type="presParOf" srcId="{254E9613-4DBF-4050-BAC6-3DE29F321886}" destId="{F9C919D1-A2B4-45A6-91F0-663DF427E8B5}" srcOrd="0" destOrd="0" presId="urn:microsoft.com/office/officeart/2018/2/layout/IconVerticalSolidList"/>
    <dgm:cxn modelId="{58F3A5CB-F17C-4608-873E-DEA442288084}" type="presParOf" srcId="{254E9613-4DBF-4050-BAC6-3DE29F321886}" destId="{40A106C0-E8DC-4D63-9BA4-FB531EB12F56}" srcOrd="1" destOrd="0" presId="urn:microsoft.com/office/officeart/2018/2/layout/IconVerticalSolidList"/>
    <dgm:cxn modelId="{D0CEC6BC-3668-4A98-ABE5-0A40D437E91F}" type="presParOf" srcId="{254E9613-4DBF-4050-BAC6-3DE29F321886}" destId="{35C7EBBC-EDA4-45CB-AA86-0065B073A471}" srcOrd="2" destOrd="0" presId="urn:microsoft.com/office/officeart/2018/2/layout/IconVerticalSolidList"/>
    <dgm:cxn modelId="{81FF5D85-FD6E-4868-93C0-5EF33B566EB6}" type="presParOf" srcId="{254E9613-4DBF-4050-BAC6-3DE29F321886}" destId="{004286CB-ECC4-4D3D-93FB-D2FA948EBC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26BA8678-8E8A-43F2-93EA-C3EC6FECABA9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3C18050-F22A-4A4D-BA77-057AB6AAA08F}" type="pres">
      <dgm:prSet presAssocID="{40FC4FFE-8987-4A26-B7F4-8A516F18ADAE}" presName="compNode" presStyleCnt="0"/>
      <dgm:spPr/>
    </dgm:pt>
    <dgm:pt modelId="{42AE9F81-603F-48B5-874B-30EE2C752DD2}" type="pres">
      <dgm:prSet presAssocID="{40FC4FFE-8987-4A26-B7F4-8A516F18ADAE}" presName="bgRect" presStyleLbl="bgShp" presStyleIdx="0" presStyleCnt="3"/>
      <dgm:spPr/>
    </dgm:pt>
    <dgm:pt modelId="{D30F5932-3FA7-43ED-BCC9-F3348EF1BA81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D53A6141-9285-44B3-9BF8-C8ABB0E8637A}" type="pres">
      <dgm:prSet presAssocID="{40FC4FFE-8987-4A26-B7F4-8A516F18ADAE}" presName="spaceRect" presStyleCnt="0"/>
      <dgm:spPr/>
    </dgm:pt>
    <dgm:pt modelId="{281E14EC-AD06-486B-AE8A-55FC62BEECF7}" type="pres">
      <dgm:prSet presAssocID="{40FC4FFE-8987-4A26-B7F4-8A516F18ADAE}" presName="parTx" presStyleLbl="revTx" presStyleIdx="0" presStyleCnt="3">
        <dgm:presLayoutVars>
          <dgm:chMax val="0"/>
          <dgm:chPref val="0"/>
        </dgm:presLayoutVars>
      </dgm:prSet>
      <dgm:spPr/>
    </dgm:pt>
    <dgm:pt modelId="{0CCA19BB-E2F8-4960-9B17-6F00284D141E}" type="pres">
      <dgm:prSet presAssocID="{5B62599A-5C9B-48E7-896E-EA782AC60C8B}" presName="sibTrans" presStyleCnt="0"/>
      <dgm:spPr/>
    </dgm:pt>
    <dgm:pt modelId="{82C9F05A-14BD-4C8A-9EBC-76F6865392C8}" type="pres">
      <dgm:prSet presAssocID="{49225C73-1633-42F1-AB3B-7CB183E5F8B8}" presName="compNode" presStyleCnt="0"/>
      <dgm:spPr/>
    </dgm:pt>
    <dgm:pt modelId="{1B714BCA-837C-4B1C-BF3A-6F55D82C35E5}" type="pres">
      <dgm:prSet presAssocID="{49225C73-1633-42F1-AB3B-7CB183E5F8B8}" presName="bgRect" presStyleLbl="bgShp" presStyleIdx="1" presStyleCnt="3"/>
      <dgm:spPr/>
    </dgm:pt>
    <dgm:pt modelId="{F2EE019E-50C1-4639-A910-1512EB9088D3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7D0A51CD-3EA1-4C2A-9343-8D0124A91FDB}" type="pres">
      <dgm:prSet presAssocID="{49225C73-1633-42F1-AB3B-7CB183E5F8B8}" presName="spaceRect" presStyleCnt="0"/>
      <dgm:spPr/>
    </dgm:pt>
    <dgm:pt modelId="{DD79E21B-3158-4134-90F2-7CFA6D4FE636}" type="pres">
      <dgm:prSet presAssocID="{49225C73-1633-42F1-AB3B-7CB183E5F8B8}" presName="parTx" presStyleLbl="revTx" presStyleIdx="1" presStyleCnt="3">
        <dgm:presLayoutVars>
          <dgm:chMax val="0"/>
          <dgm:chPref val="0"/>
        </dgm:presLayoutVars>
      </dgm:prSet>
      <dgm:spPr/>
    </dgm:pt>
    <dgm:pt modelId="{8A9E6148-2659-4526-8FA1-306D3D45B975}" type="pres">
      <dgm:prSet presAssocID="{9646853A-8964-4519-A5B1-0B7D18B2983D}" presName="sibTrans" presStyleCnt="0"/>
      <dgm:spPr/>
    </dgm:pt>
    <dgm:pt modelId="{254E9613-4DBF-4050-BAC6-3DE29F321886}" type="pres">
      <dgm:prSet presAssocID="{1C383F32-22E8-4F62-A3E0-BDC3D5F48992}" presName="compNode" presStyleCnt="0"/>
      <dgm:spPr/>
    </dgm:pt>
    <dgm:pt modelId="{F9C919D1-A2B4-45A6-91F0-663DF427E8B5}" type="pres">
      <dgm:prSet presAssocID="{1C383F32-22E8-4F62-A3E0-BDC3D5F48992}" presName="bgRect" presStyleLbl="bgShp" presStyleIdx="2" presStyleCnt="3"/>
      <dgm:spPr/>
    </dgm:pt>
    <dgm:pt modelId="{40A106C0-E8DC-4D63-9BA4-FB531EB12F56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35C7EBBC-EDA4-45CB-AA86-0065B073A471}" type="pres">
      <dgm:prSet presAssocID="{1C383F32-22E8-4F62-A3E0-BDC3D5F48992}" presName="spaceRect" presStyleCnt="0"/>
      <dgm:spPr/>
    </dgm:pt>
    <dgm:pt modelId="{004286CB-ECC4-4D3D-93FB-D2FA948EBCAB}" type="pres">
      <dgm:prSet presAssocID="{1C383F32-22E8-4F62-A3E0-BDC3D5F4899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4B6FEC2E-109B-446A-9998-10F3D4773086}" type="presOf" srcId="{40FC4FFE-8987-4A26-B7F4-8A516F18ADAE}" destId="{281E14EC-AD06-486B-AE8A-55FC62BEECF7}" srcOrd="0" destOrd="0" presId="urn:microsoft.com/office/officeart/2018/2/layout/IconVerticalSolid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B8543550-4971-4B2B-BE45-5B551774F32B}" type="presOf" srcId="{01A66772-F185-4D58-B8BB-E9370D7A7A2B}" destId="{26BA8678-8E8A-43F2-93EA-C3EC6FECABA9}" srcOrd="0" destOrd="0" presId="urn:microsoft.com/office/officeart/2018/2/layout/IconVerticalSolid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6238A9A1-EACB-4998-80E8-EC0396E1FE05}" type="presOf" srcId="{1C383F32-22E8-4F62-A3E0-BDC3D5F48992}" destId="{004286CB-ECC4-4D3D-93FB-D2FA948EBCAB}" srcOrd="0" destOrd="0" presId="urn:microsoft.com/office/officeart/2018/2/layout/IconVerticalSolidList"/>
    <dgm:cxn modelId="{C162B9F0-E95E-4226-977A-7E9A538795C6}" type="presOf" srcId="{49225C73-1633-42F1-AB3B-7CB183E5F8B8}" destId="{DD79E21B-3158-4134-90F2-7CFA6D4FE636}" srcOrd="0" destOrd="0" presId="urn:microsoft.com/office/officeart/2018/2/layout/IconVerticalSolidList"/>
    <dgm:cxn modelId="{93228DF2-DAC9-46BA-8CF4-9CF60C1CBA14}" type="presParOf" srcId="{26BA8678-8E8A-43F2-93EA-C3EC6FECABA9}" destId="{D3C18050-F22A-4A4D-BA77-057AB6AAA08F}" srcOrd="0" destOrd="0" presId="urn:microsoft.com/office/officeart/2018/2/layout/IconVerticalSolidList"/>
    <dgm:cxn modelId="{508B204F-8D6C-4EEF-A095-10D9647E603E}" type="presParOf" srcId="{D3C18050-F22A-4A4D-BA77-057AB6AAA08F}" destId="{42AE9F81-603F-48B5-874B-30EE2C752DD2}" srcOrd="0" destOrd="0" presId="urn:microsoft.com/office/officeart/2018/2/layout/IconVerticalSolidList"/>
    <dgm:cxn modelId="{89F985CB-136A-46A2-9749-0352547FBFFD}" type="presParOf" srcId="{D3C18050-F22A-4A4D-BA77-057AB6AAA08F}" destId="{D30F5932-3FA7-43ED-BCC9-F3348EF1BA81}" srcOrd="1" destOrd="0" presId="urn:microsoft.com/office/officeart/2018/2/layout/IconVerticalSolidList"/>
    <dgm:cxn modelId="{4ACCAF61-95D0-453B-89C3-63A8DA9BB1BC}" type="presParOf" srcId="{D3C18050-F22A-4A4D-BA77-057AB6AAA08F}" destId="{D53A6141-9285-44B3-9BF8-C8ABB0E8637A}" srcOrd="2" destOrd="0" presId="urn:microsoft.com/office/officeart/2018/2/layout/IconVerticalSolidList"/>
    <dgm:cxn modelId="{AB29A271-8EDE-4705-AE49-D33C9F172D23}" type="presParOf" srcId="{D3C18050-F22A-4A4D-BA77-057AB6AAA08F}" destId="{281E14EC-AD06-486B-AE8A-55FC62BEECF7}" srcOrd="3" destOrd="0" presId="urn:microsoft.com/office/officeart/2018/2/layout/IconVerticalSolidList"/>
    <dgm:cxn modelId="{CC7663A3-055D-4D50-A281-D085244DB411}" type="presParOf" srcId="{26BA8678-8E8A-43F2-93EA-C3EC6FECABA9}" destId="{0CCA19BB-E2F8-4960-9B17-6F00284D141E}" srcOrd="1" destOrd="0" presId="urn:microsoft.com/office/officeart/2018/2/layout/IconVerticalSolidList"/>
    <dgm:cxn modelId="{68C51A09-1508-45F0-8EC8-39496FF55560}" type="presParOf" srcId="{26BA8678-8E8A-43F2-93EA-C3EC6FECABA9}" destId="{82C9F05A-14BD-4C8A-9EBC-76F6865392C8}" srcOrd="2" destOrd="0" presId="urn:microsoft.com/office/officeart/2018/2/layout/IconVerticalSolidList"/>
    <dgm:cxn modelId="{27B66B62-69B8-4852-88FA-42C1518DA5E6}" type="presParOf" srcId="{82C9F05A-14BD-4C8A-9EBC-76F6865392C8}" destId="{1B714BCA-837C-4B1C-BF3A-6F55D82C35E5}" srcOrd="0" destOrd="0" presId="urn:microsoft.com/office/officeart/2018/2/layout/IconVerticalSolidList"/>
    <dgm:cxn modelId="{35F90342-6BDF-4B2E-AC24-D1319C76D6D2}" type="presParOf" srcId="{82C9F05A-14BD-4C8A-9EBC-76F6865392C8}" destId="{F2EE019E-50C1-4639-A910-1512EB9088D3}" srcOrd="1" destOrd="0" presId="urn:microsoft.com/office/officeart/2018/2/layout/IconVerticalSolidList"/>
    <dgm:cxn modelId="{5B78BE58-65B4-481D-90CD-29BBF309785F}" type="presParOf" srcId="{82C9F05A-14BD-4C8A-9EBC-76F6865392C8}" destId="{7D0A51CD-3EA1-4C2A-9343-8D0124A91FDB}" srcOrd="2" destOrd="0" presId="urn:microsoft.com/office/officeart/2018/2/layout/IconVerticalSolidList"/>
    <dgm:cxn modelId="{91F1AB52-1BEA-4B80-B2ED-0FA5FF7C5CBE}" type="presParOf" srcId="{82C9F05A-14BD-4C8A-9EBC-76F6865392C8}" destId="{DD79E21B-3158-4134-90F2-7CFA6D4FE636}" srcOrd="3" destOrd="0" presId="urn:microsoft.com/office/officeart/2018/2/layout/IconVerticalSolidList"/>
    <dgm:cxn modelId="{2F369A51-BD72-4E0F-971E-9C3D85B168E1}" type="presParOf" srcId="{26BA8678-8E8A-43F2-93EA-C3EC6FECABA9}" destId="{8A9E6148-2659-4526-8FA1-306D3D45B975}" srcOrd="3" destOrd="0" presId="urn:microsoft.com/office/officeart/2018/2/layout/IconVerticalSolidList"/>
    <dgm:cxn modelId="{F8ACAFFA-4FE1-4120-BF24-44D6518B510A}" type="presParOf" srcId="{26BA8678-8E8A-43F2-93EA-C3EC6FECABA9}" destId="{254E9613-4DBF-4050-BAC6-3DE29F321886}" srcOrd="4" destOrd="0" presId="urn:microsoft.com/office/officeart/2018/2/layout/IconVerticalSolidList"/>
    <dgm:cxn modelId="{067454F9-3114-402F-AE35-45B3E3E996E8}" type="presParOf" srcId="{254E9613-4DBF-4050-BAC6-3DE29F321886}" destId="{F9C919D1-A2B4-45A6-91F0-663DF427E8B5}" srcOrd="0" destOrd="0" presId="urn:microsoft.com/office/officeart/2018/2/layout/IconVerticalSolidList"/>
    <dgm:cxn modelId="{58F3A5CB-F17C-4608-873E-DEA442288084}" type="presParOf" srcId="{254E9613-4DBF-4050-BAC6-3DE29F321886}" destId="{40A106C0-E8DC-4D63-9BA4-FB531EB12F56}" srcOrd="1" destOrd="0" presId="urn:microsoft.com/office/officeart/2018/2/layout/IconVerticalSolidList"/>
    <dgm:cxn modelId="{D0CEC6BC-3668-4A98-ABE5-0A40D437E91F}" type="presParOf" srcId="{254E9613-4DBF-4050-BAC6-3DE29F321886}" destId="{35C7EBBC-EDA4-45CB-AA86-0065B073A471}" srcOrd="2" destOrd="0" presId="urn:microsoft.com/office/officeart/2018/2/layout/IconVerticalSolidList"/>
    <dgm:cxn modelId="{81FF5D85-FD6E-4868-93C0-5EF33B566EB6}" type="presParOf" srcId="{254E9613-4DBF-4050-BAC6-3DE29F321886}" destId="{004286CB-ECC4-4D3D-93FB-D2FA948EBC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Nunc </a:t>
          </a:r>
          <a:r>
            <a:rPr lang="en-US" dirty="0" err="1"/>
            <a:t>viverra</a:t>
          </a:r>
          <a:r>
            <a:rPr lang="en-US" dirty="0"/>
            <a:t> </a:t>
          </a:r>
          <a:r>
            <a:rPr lang="en-US" dirty="0" err="1"/>
            <a:t>imperdiet</a:t>
          </a:r>
          <a:r>
            <a:rPr lang="en-US" dirty="0"/>
            <a:t> </a:t>
          </a:r>
          <a:r>
            <a:rPr lang="en-US" dirty="0" err="1"/>
            <a:t>enim</a:t>
          </a:r>
          <a:r>
            <a:rPr lang="en-US" dirty="0"/>
            <a:t>. </a:t>
          </a:r>
          <a:r>
            <a:rPr lang="en-US" dirty="0" err="1"/>
            <a:t>Fusce</a:t>
          </a:r>
          <a:r>
            <a:rPr lang="en-US" dirty="0"/>
            <a:t> est. </a:t>
          </a:r>
          <a:r>
            <a:rPr lang="en-US" dirty="0" err="1"/>
            <a:t>Vivamus</a:t>
          </a:r>
          <a:r>
            <a:rPr lang="en-US" dirty="0"/>
            <a:t> a </a:t>
          </a:r>
          <a:r>
            <a:rPr lang="en-US" dirty="0" err="1"/>
            <a:t>tellus</a:t>
          </a:r>
          <a:r>
            <a:rPr lang="en-US" dirty="0"/>
            <a:t>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F983D70A-FCFE-44CC-86A3-64032E60B795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1C1A036-71C2-446F-92A4-FB6634240D8A}" type="pres">
      <dgm:prSet presAssocID="{40FC4FFE-8987-4A26-B7F4-8A516F18ADAE}" presName="compNode" presStyleCnt="0"/>
      <dgm:spPr/>
    </dgm:pt>
    <dgm:pt modelId="{14B4BD78-E619-46CB-AE1F-377CD44DF363}" type="pres">
      <dgm:prSet presAssocID="{40FC4FFE-8987-4A26-B7F4-8A516F18ADAE}" presName="bgRect" presStyleLbl="bgShp" presStyleIdx="0" presStyleCnt="3"/>
      <dgm:spPr/>
    </dgm:pt>
    <dgm:pt modelId="{555A2E3D-62CE-44AF-B3D4-47EAEA6ED597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19A951A5-9BA9-4371-BD24-D6A0C1FEA3C0}" type="pres">
      <dgm:prSet presAssocID="{40FC4FFE-8987-4A26-B7F4-8A516F18ADAE}" presName="spaceRect" presStyleCnt="0"/>
      <dgm:spPr/>
    </dgm:pt>
    <dgm:pt modelId="{813FAB65-A2B6-4B5E-8902-897FE9CA580A}" type="pres">
      <dgm:prSet presAssocID="{40FC4FFE-8987-4A26-B7F4-8A516F18ADAE}" presName="parTx" presStyleLbl="revTx" presStyleIdx="0" presStyleCnt="3">
        <dgm:presLayoutVars>
          <dgm:chMax val="0"/>
          <dgm:chPref val="0"/>
        </dgm:presLayoutVars>
      </dgm:prSet>
      <dgm:spPr/>
    </dgm:pt>
    <dgm:pt modelId="{C9C46F91-81E7-4F1D-8ECF-2202DA42C628}" type="pres">
      <dgm:prSet presAssocID="{5B62599A-5C9B-48E7-896E-EA782AC60C8B}" presName="sibTrans" presStyleCnt="0"/>
      <dgm:spPr/>
    </dgm:pt>
    <dgm:pt modelId="{8814AACB-874B-4036-B76A-1BB0D6C8F1BF}" type="pres">
      <dgm:prSet presAssocID="{49225C73-1633-42F1-AB3B-7CB183E5F8B8}" presName="compNode" presStyleCnt="0"/>
      <dgm:spPr/>
    </dgm:pt>
    <dgm:pt modelId="{EC799007-63B7-4014-973E-FBC1E622004F}" type="pres">
      <dgm:prSet presAssocID="{49225C73-1633-42F1-AB3B-7CB183E5F8B8}" presName="bgRect" presStyleLbl="bgShp" presStyleIdx="1" presStyleCnt="3"/>
      <dgm:spPr/>
    </dgm:pt>
    <dgm:pt modelId="{CC2D9C86-311D-4BDD-8D66-6DBB91C25E0D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CB0A5A47-741E-429B-9C85-213FF34CCCF3}" type="pres">
      <dgm:prSet presAssocID="{49225C73-1633-42F1-AB3B-7CB183E5F8B8}" presName="spaceRect" presStyleCnt="0"/>
      <dgm:spPr/>
    </dgm:pt>
    <dgm:pt modelId="{D6602271-13F6-475C-93D5-160013882C9C}" type="pres">
      <dgm:prSet presAssocID="{49225C73-1633-42F1-AB3B-7CB183E5F8B8}" presName="parTx" presStyleLbl="revTx" presStyleIdx="1" presStyleCnt="3">
        <dgm:presLayoutVars>
          <dgm:chMax val="0"/>
          <dgm:chPref val="0"/>
        </dgm:presLayoutVars>
      </dgm:prSet>
      <dgm:spPr/>
    </dgm:pt>
    <dgm:pt modelId="{7C0C9C45-5246-4891-9ED2-DAE64D215CFC}" type="pres">
      <dgm:prSet presAssocID="{9646853A-8964-4519-A5B1-0B7D18B2983D}" presName="sibTrans" presStyleCnt="0"/>
      <dgm:spPr/>
    </dgm:pt>
    <dgm:pt modelId="{7843BC58-2E06-44A9-9B24-AE2C0102D09C}" type="pres">
      <dgm:prSet presAssocID="{1C383F32-22E8-4F62-A3E0-BDC3D5F48992}" presName="compNode" presStyleCnt="0"/>
      <dgm:spPr/>
    </dgm:pt>
    <dgm:pt modelId="{56C257EA-677E-4D52-9BC4-E8A12F3AF862}" type="pres">
      <dgm:prSet presAssocID="{1C383F32-22E8-4F62-A3E0-BDC3D5F48992}" presName="bgRect" presStyleLbl="bgShp" presStyleIdx="2" presStyleCnt="3"/>
      <dgm:spPr/>
    </dgm:pt>
    <dgm:pt modelId="{0A8A9AE5-37FD-44B7-B9BB-3C8BD68992E6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D158B210-6B1D-4FBF-9F31-124A7FAED97B}" type="pres">
      <dgm:prSet presAssocID="{1C383F32-22E8-4F62-A3E0-BDC3D5F48992}" presName="spaceRect" presStyleCnt="0"/>
      <dgm:spPr/>
    </dgm:pt>
    <dgm:pt modelId="{08A4B467-27A6-4F52-BF2C-1131934AC1C6}" type="pres">
      <dgm:prSet presAssocID="{1C383F32-22E8-4F62-A3E0-BDC3D5F4899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841C393A-34B3-4DCA-A3ED-A3BE6F1FA5C1}" type="presOf" srcId="{40FC4FFE-8987-4A26-B7F4-8A516F18ADAE}" destId="{813FAB65-A2B6-4B5E-8902-897FE9CA580A}" srcOrd="0" destOrd="0" presId="urn:microsoft.com/office/officeart/2018/2/layout/IconVerticalSolid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40ABF875-6AF7-473B-985B-CD28416EFEF5}" type="presOf" srcId="{49225C73-1633-42F1-AB3B-7CB183E5F8B8}" destId="{D6602271-13F6-475C-93D5-160013882C9C}" srcOrd="0" destOrd="0" presId="urn:microsoft.com/office/officeart/2018/2/layout/IconVerticalSolid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2213A88D-AF1D-49DB-BFA2-0A989F5D4C15}" type="presOf" srcId="{01A66772-F185-4D58-B8BB-E9370D7A7A2B}" destId="{F983D70A-FCFE-44CC-86A3-64032E60B795}" srcOrd="0" destOrd="0" presId="urn:microsoft.com/office/officeart/2018/2/layout/IconVerticalSolidList"/>
    <dgm:cxn modelId="{D69DCFDB-AC8A-4D1D-9753-1BBE52375CB6}" type="presOf" srcId="{1C383F32-22E8-4F62-A3E0-BDC3D5F48992}" destId="{08A4B467-27A6-4F52-BF2C-1131934AC1C6}" srcOrd="0" destOrd="0" presId="urn:microsoft.com/office/officeart/2018/2/layout/IconVerticalSolidList"/>
    <dgm:cxn modelId="{78EE335D-16D4-43D6-8B29-C1A8BDF9A0CA}" type="presParOf" srcId="{F983D70A-FCFE-44CC-86A3-64032E60B795}" destId="{D1C1A036-71C2-446F-92A4-FB6634240D8A}" srcOrd="0" destOrd="0" presId="urn:microsoft.com/office/officeart/2018/2/layout/IconVerticalSolidList"/>
    <dgm:cxn modelId="{13896002-F0A3-4B73-8D3F-7F7059313F01}" type="presParOf" srcId="{D1C1A036-71C2-446F-92A4-FB6634240D8A}" destId="{14B4BD78-E619-46CB-AE1F-377CD44DF363}" srcOrd="0" destOrd="0" presId="urn:microsoft.com/office/officeart/2018/2/layout/IconVerticalSolidList"/>
    <dgm:cxn modelId="{6031E083-30A9-4631-826C-8A56F0A058B3}" type="presParOf" srcId="{D1C1A036-71C2-446F-92A4-FB6634240D8A}" destId="{555A2E3D-62CE-44AF-B3D4-47EAEA6ED597}" srcOrd="1" destOrd="0" presId="urn:microsoft.com/office/officeart/2018/2/layout/IconVerticalSolidList"/>
    <dgm:cxn modelId="{903E54A7-A869-4C4C-B994-2FD6288302F6}" type="presParOf" srcId="{D1C1A036-71C2-446F-92A4-FB6634240D8A}" destId="{19A951A5-9BA9-4371-BD24-D6A0C1FEA3C0}" srcOrd="2" destOrd="0" presId="urn:microsoft.com/office/officeart/2018/2/layout/IconVerticalSolidList"/>
    <dgm:cxn modelId="{0FA4B649-77C1-41CC-8485-57AD2FF2DCFE}" type="presParOf" srcId="{D1C1A036-71C2-446F-92A4-FB6634240D8A}" destId="{813FAB65-A2B6-4B5E-8902-897FE9CA580A}" srcOrd="3" destOrd="0" presId="urn:microsoft.com/office/officeart/2018/2/layout/IconVerticalSolidList"/>
    <dgm:cxn modelId="{C24B05E8-34EB-4C65-8B80-2F6BBDA35254}" type="presParOf" srcId="{F983D70A-FCFE-44CC-86A3-64032E60B795}" destId="{C9C46F91-81E7-4F1D-8ECF-2202DA42C628}" srcOrd="1" destOrd="0" presId="urn:microsoft.com/office/officeart/2018/2/layout/IconVerticalSolidList"/>
    <dgm:cxn modelId="{FB19B72C-7CCF-4F19-B8AB-D3AEA07A8472}" type="presParOf" srcId="{F983D70A-FCFE-44CC-86A3-64032E60B795}" destId="{8814AACB-874B-4036-B76A-1BB0D6C8F1BF}" srcOrd="2" destOrd="0" presId="urn:microsoft.com/office/officeart/2018/2/layout/IconVerticalSolidList"/>
    <dgm:cxn modelId="{9969D34E-8B97-4C30-A24A-3922725FD75D}" type="presParOf" srcId="{8814AACB-874B-4036-B76A-1BB0D6C8F1BF}" destId="{EC799007-63B7-4014-973E-FBC1E622004F}" srcOrd="0" destOrd="0" presId="urn:microsoft.com/office/officeart/2018/2/layout/IconVerticalSolidList"/>
    <dgm:cxn modelId="{91921CAB-98E7-4571-9136-200B5C503979}" type="presParOf" srcId="{8814AACB-874B-4036-B76A-1BB0D6C8F1BF}" destId="{CC2D9C86-311D-4BDD-8D66-6DBB91C25E0D}" srcOrd="1" destOrd="0" presId="urn:microsoft.com/office/officeart/2018/2/layout/IconVerticalSolidList"/>
    <dgm:cxn modelId="{E525545C-C5FD-4ACA-A2F3-431B83926CE4}" type="presParOf" srcId="{8814AACB-874B-4036-B76A-1BB0D6C8F1BF}" destId="{CB0A5A47-741E-429B-9C85-213FF34CCCF3}" srcOrd="2" destOrd="0" presId="urn:microsoft.com/office/officeart/2018/2/layout/IconVerticalSolidList"/>
    <dgm:cxn modelId="{4D08C07D-D992-427A-BBC1-288A876639B3}" type="presParOf" srcId="{8814AACB-874B-4036-B76A-1BB0D6C8F1BF}" destId="{D6602271-13F6-475C-93D5-160013882C9C}" srcOrd="3" destOrd="0" presId="urn:microsoft.com/office/officeart/2018/2/layout/IconVerticalSolidList"/>
    <dgm:cxn modelId="{86BEDA85-BC9E-4C43-8E89-EDF82D497E6A}" type="presParOf" srcId="{F983D70A-FCFE-44CC-86A3-64032E60B795}" destId="{7C0C9C45-5246-4891-9ED2-DAE64D215CFC}" srcOrd="3" destOrd="0" presId="urn:microsoft.com/office/officeart/2018/2/layout/IconVerticalSolidList"/>
    <dgm:cxn modelId="{87D0EBFF-F2AE-4086-BA50-E36872507C18}" type="presParOf" srcId="{F983D70A-FCFE-44CC-86A3-64032E60B795}" destId="{7843BC58-2E06-44A9-9B24-AE2C0102D09C}" srcOrd="4" destOrd="0" presId="urn:microsoft.com/office/officeart/2018/2/layout/IconVerticalSolidList"/>
    <dgm:cxn modelId="{86235E5D-1C6C-474E-800A-F46E1E0D2336}" type="presParOf" srcId="{7843BC58-2E06-44A9-9B24-AE2C0102D09C}" destId="{56C257EA-677E-4D52-9BC4-E8A12F3AF862}" srcOrd="0" destOrd="0" presId="urn:microsoft.com/office/officeart/2018/2/layout/IconVerticalSolidList"/>
    <dgm:cxn modelId="{1EA6C8A3-7424-4E29-A376-5BC3E9CC08DF}" type="presParOf" srcId="{7843BC58-2E06-44A9-9B24-AE2C0102D09C}" destId="{0A8A9AE5-37FD-44B7-B9BB-3C8BD68992E6}" srcOrd="1" destOrd="0" presId="urn:microsoft.com/office/officeart/2018/2/layout/IconVerticalSolidList"/>
    <dgm:cxn modelId="{8D3037CD-4C7D-4E6A-B3F5-A89A36E9B7E0}" type="presParOf" srcId="{7843BC58-2E06-44A9-9B24-AE2C0102D09C}" destId="{D158B210-6B1D-4FBF-9F31-124A7FAED97B}" srcOrd="2" destOrd="0" presId="urn:microsoft.com/office/officeart/2018/2/layout/IconVerticalSolidList"/>
    <dgm:cxn modelId="{481D8C75-8BAC-4E58-AEA8-27EC8B9B2C7E}" type="presParOf" srcId="{7843BC58-2E06-44A9-9B24-AE2C0102D09C}" destId="{08A4B467-27A6-4F52-BF2C-1131934AC1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CCCA36F9-1A74-4377-8724-95F50F79694A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FCCB3DA5-B076-444C-BA8D-212CB29AB3B3}" type="pres">
      <dgm:prSet presAssocID="{40FC4FFE-8987-4A26-B7F4-8A516F18ADAE}" presName="compNode" presStyleCnt="0"/>
      <dgm:spPr/>
    </dgm:pt>
    <dgm:pt modelId="{C9FD32D6-F349-4EBB-BF46-947EF8FC726C}" type="pres">
      <dgm:prSet presAssocID="{40FC4FFE-8987-4A26-B7F4-8A516F18ADAE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128D8FA-A005-43F8-A210-04276D3BA739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0FB0D55F-D95D-48F2-9693-92417D01F956}" type="pres">
      <dgm:prSet presAssocID="{40FC4FFE-8987-4A26-B7F4-8A516F18ADAE}" presName="spaceRect" presStyleCnt="0"/>
      <dgm:spPr/>
    </dgm:pt>
    <dgm:pt modelId="{7074CB89-61ED-4270-9CFF-99090634A48A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273B5811-B9B4-4797-9D34-665228E17A8E}" type="pres">
      <dgm:prSet presAssocID="{5B62599A-5C9B-48E7-896E-EA782AC60C8B}" presName="sibTrans" presStyleCnt="0"/>
      <dgm:spPr/>
    </dgm:pt>
    <dgm:pt modelId="{B87897E1-5306-4A5D-8CA0-ED0B0DFDD3FE}" type="pres">
      <dgm:prSet presAssocID="{49225C73-1633-42F1-AB3B-7CB183E5F8B8}" presName="compNode" presStyleCnt="0"/>
      <dgm:spPr/>
    </dgm:pt>
    <dgm:pt modelId="{F0B977F6-6D43-49FC-870E-21A390AC92F7}" type="pres">
      <dgm:prSet presAssocID="{49225C73-1633-42F1-AB3B-7CB183E5F8B8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0E31534-96C1-483E-BD3F-AF8A715DD7F8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DD6CEA48-F01C-494C-B0AF-17A75D15C585}" type="pres">
      <dgm:prSet presAssocID="{49225C73-1633-42F1-AB3B-7CB183E5F8B8}" presName="spaceRect" presStyleCnt="0"/>
      <dgm:spPr/>
    </dgm:pt>
    <dgm:pt modelId="{01A94597-3816-401C-AB42-FEF7316AA6B2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248916F8-F2D3-45A0-88BE-603CE9D34AA6}" type="pres">
      <dgm:prSet presAssocID="{9646853A-8964-4519-A5B1-0B7D18B2983D}" presName="sibTrans" presStyleCnt="0"/>
      <dgm:spPr/>
    </dgm:pt>
    <dgm:pt modelId="{B5962105-1A50-4FB3-8042-925E60125028}" type="pres">
      <dgm:prSet presAssocID="{1C383F32-22E8-4F62-A3E0-BDC3D5F48992}" presName="compNode" presStyleCnt="0"/>
      <dgm:spPr/>
    </dgm:pt>
    <dgm:pt modelId="{D3994AC0-A619-4D1F-91E6-1E8CD3085708}" type="pres">
      <dgm:prSet presAssocID="{1C383F32-22E8-4F62-A3E0-BDC3D5F48992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53DC20C-6295-4D47-9EA8-74C475E8B807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62F79FA7-C3B8-4DAB-9D35-20BB697173B8}" type="pres">
      <dgm:prSet presAssocID="{1C383F32-22E8-4F62-A3E0-BDC3D5F48992}" presName="spaceRect" presStyleCnt="0"/>
      <dgm:spPr/>
    </dgm:pt>
    <dgm:pt modelId="{EB3DA483-7ECB-493D-95BB-41E1BBF4EBE7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55E36B4E-760B-4005-9383-219506BE2923}" type="presOf" srcId="{40FC4FFE-8987-4A26-B7F4-8A516F18ADAE}" destId="{7074CB89-61ED-4270-9CFF-99090634A48A}" srcOrd="0" destOrd="0" presId="urn:microsoft.com/office/officeart/2018/5/layout/IconLeaf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A147CED0-BF86-445A-8470-572CFAA3F188}" type="presOf" srcId="{1C383F32-22E8-4F62-A3E0-BDC3D5F48992}" destId="{EB3DA483-7ECB-493D-95BB-41E1BBF4EBE7}" srcOrd="0" destOrd="0" presId="urn:microsoft.com/office/officeart/2018/5/layout/IconLeafLabelList"/>
    <dgm:cxn modelId="{4A79D7E4-4E8A-421A-8BEB-CBF0ED69999A}" type="presOf" srcId="{49225C73-1633-42F1-AB3B-7CB183E5F8B8}" destId="{01A94597-3816-401C-AB42-FEF7316AA6B2}" srcOrd="0" destOrd="0" presId="urn:microsoft.com/office/officeart/2018/5/layout/IconLeafLabelList"/>
    <dgm:cxn modelId="{7B763DFF-4E85-47C3-8D9C-566F1263EF38}" type="presOf" srcId="{01A66772-F185-4D58-B8BB-E9370D7A7A2B}" destId="{CCCA36F9-1A74-4377-8724-95F50F79694A}" srcOrd="0" destOrd="0" presId="urn:microsoft.com/office/officeart/2018/5/layout/IconLeafLabelList"/>
    <dgm:cxn modelId="{25CCB287-68BC-49CB-97FB-C79B027C08E6}" type="presParOf" srcId="{CCCA36F9-1A74-4377-8724-95F50F79694A}" destId="{FCCB3DA5-B076-444C-BA8D-212CB29AB3B3}" srcOrd="0" destOrd="0" presId="urn:microsoft.com/office/officeart/2018/5/layout/IconLeafLabelList"/>
    <dgm:cxn modelId="{5EECDE66-F38E-4F62-A7FA-6526B77DAF81}" type="presParOf" srcId="{FCCB3DA5-B076-444C-BA8D-212CB29AB3B3}" destId="{C9FD32D6-F349-4EBB-BF46-947EF8FC726C}" srcOrd="0" destOrd="0" presId="urn:microsoft.com/office/officeart/2018/5/layout/IconLeafLabelList"/>
    <dgm:cxn modelId="{4D6C6086-939C-4151-A226-17DB324121A2}" type="presParOf" srcId="{FCCB3DA5-B076-444C-BA8D-212CB29AB3B3}" destId="{6128D8FA-A005-43F8-A210-04276D3BA739}" srcOrd="1" destOrd="0" presId="urn:microsoft.com/office/officeart/2018/5/layout/IconLeafLabelList"/>
    <dgm:cxn modelId="{49E5B794-6C12-4485-B094-521F706E0C06}" type="presParOf" srcId="{FCCB3DA5-B076-444C-BA8D-212CB29AB3B3}" destId="{0FB0D55F-D95D-48F2-9693-92417D01F956}" srcOrd="2" destOrd="0" presId="urn:microsoft.com/office/officeart/2018/5/layout/IconLeafLabelList"/>
    <dgm:cxn modelId="{B17EBF95-BB13-4040-857A-0C37E357CD07}" type="presParOf" srcId="{FCCB3DA5-B076-444C-BA8D-212CB29AB3B3}" destId="{7074CB89-61ED-4270-9CFF-99090634A48A}" srcOrd="3" destOrd="0" presId="urn:microsoft.com/office/officeart/2018/5/layout/IconLeafLabelList"/>
    <dgm:cxn modelId="{6B85EAB1-A0BA-4C61-91B6-B3AFFC8383A7}" type="presParOf" srcId="{CCCA36F9-1A74-4377-8724-95F50F79694A}" destId="{273B5811-B9B4-4797-9D34-665228E17A8E}" srcOrd="1" destOrd="0" presId="urn:microsoft.com/office/officeart/2018/5/layout/IconLeafLabelList"/>
    <dgm:cxn modelId="{58673039-E6EC-4AD4-8993-51EC84CF659B}" type="presParOf" srcId="{CCCA36F9-1A74-4377-8724-95F50F79694A}" destId="{B87897E1-5306-4A5D-8CA0-ED0B0DFDD3FE}" srcOrd="2" destOrd="0" presId="urn:microsoft.com/office/officeart/2018/5/layout/IconLeafLabelList"/>
    <dgm:cxn modelId="{068DE1DD-6972-4A26-B068-8C85B9F72485}" type="presParOf" srcId="{B87897E1-5306-4A5D-8CA0-ED0B0DFDD3FE}" destId="{F0B977F6-6D43-49FC-870E-21A390AC92F7}" srcOrd="0" destOrd="0" presId="urn:microsoft.com/office/officeart/2018/5/layout/IconLeafLabelList"/>
    <dgm:cxn modelId="{A58E875A-14E2-4AD6-971D-D6B64B0C94AF}" type="presParOf" srcId="{B87897E1-5306-4A5D-8CA0-ED0B0DFDD3FE}" destId="{30E31534-96C1-483E-BD3F-AF8A715DD7F8}" srcOrd="1" destOrd="0" presId="urn:microsoft.com/office/officeart/2018/5/layout/IconLeafLabelList"/>
    <dgm:cxn modelId="{2CEE9833-EC3C-4F24-B2D7-6C189761BC97}" type="presParOf" srcId="{B87897E1-5306-4A5D-8CA0-ED0B0DFDD3FE}" destId="{DD6CEA48-F01C-494C-B0AF-17A75D15C585}" srcOrd="2" destOrd="0" presId="urn:microsoft.com/office/officeart/2018/5/layout/IconLeafLabelList"/>
    <dgm:cxn modelId="{896CE396-13B8-4C03-B1CF-044F328048D9}" type="presParOf" srcId="{B87897E1-5306-4A5D-8CA0-ED0B0DFDD3FE}" destId="{01A94597-3816-401C-AB42-FEF7316AA6B2}" srcOrd="3" destOrd="0" presId="urn:microsoft.com/office/officeart/2018/5/layout/IconLeafLabelList"/>
    <dgm:cxn modelId="{1C82E7EE-89E4-4D2F-9AD8-FEB3D2E71A6A}" type="presParOf" srcId="{CCCA36F9-1A74-4377-8724-95F50F79694A}" destId="{248916F8-F2D3-45A0-88BE-603CE9D34AA6}" srcOrd="3" destOrd="0" presId="urn:microsoft.com/office/officeart/2018/5/layout/IconLeafLabelList"/>
    <dgm:cxn modelId="{844BD319-3383-48A4-90C0-1CA202E5C597}" type="presParOf" srcId="{CCCA36F9-1A74-4377-8724-95F50F79694A}" destId="{B5962105-1A50-4FB3-8042-925E60125028}" srcOrd="4" destOrd="0" presId="urn:microsoft.com/office/officeart/2018/5/layout/IconLeafLabelList"/>
    <dgm:cxn modelId="{F162A294-1F36-4512-8437-C9A952BB57A3}" type="presParOf" srcId="{B5962105-1A50-4FB3-8042-925E60125028}" destId="{D3994AC0-A619-4D1F-91E6-1E8CD3085708}" srcOrd="0" destOrd="0" presId="urn:microsoft.com/office/officeart/2018/5/layout/IconLeafLabelList"/>
    <dgm:cxn modelId="{6D60C8E9-4181-4CF5-AA05-F4CAF745F50A}" type="presParOf" srcId="{B5962105-1A50-4FB3-8042-925E60125028}" destId="{453DC20C-6295-4D47-9EA8-74C475E8B807}" srcOrd="1" destOrd="0" presId="urn:microsoft.com/office/officeart/2018/5/layout/IconLeafLabelList"/>
    <dgm:cxn modelId="{B58697D3-D226-4483-8666-F07BDA645DE7}" type="presParOf" srcId="{B5962105-1A50-4FB3-8042-925E60125028}" destId="{62F79FA7-C3B8-4DAB-9D35-20BB697173B8}" srcOrd="2" destOrd="0" presId="urn:microsoft.com/office/officeart/2018/5/layout/IconLeafLabelList"/>
    <dgm:cxn modelId="{8F70D0A8-F758-41F1-BD30-C5E790E51DC4}" type="presParOf" srcId="{B5962105-1A50-4FB3-8042-925E60125028}" destId="{EB3DA483-7ECB-493D-95BB-41E1BBF4EBE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EEB50-E198-46DC-A51D-CD6665332CF1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3C8CDE-2535-4A9E-9F05-71C8E15FECA2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9EF75-3DD9-4509-87B3-2062BD5E8188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>
              <a:solidFill>
                <a:srgbClr val="1CADE4"/>
              </a:solidFill>
            </a:rPr>
            <a:t>Lorem ipsum dolor sit </a:t>
          </a:r>
          <a:r>
            <a:rPr lang="en-US" sz="1700" kern="1200" dirty="0" err="1">
              <a:solidFill>
                <a:srgbClr val="1CADE4"/>
              </a:solidFill>
            </a:rPr>
            <a:t>amet</a:t>
          </a:r>
          <a:r>
            <a:rPr lang="en-US" sz="1700" kern="1200" dirty="0">
              <a:solidFill>
                <a:srgbClr val="1CADE4"/>
              </a:solidFill>
            </a:rPr>
            <a:t>, </a:t>
          </a:r>
          <a:r>
            <a:rPr lang="en-US" sz="1700" kern="1200" dirty="0" err="1">
              <a:solidFill>
                <a:srgbClr val="1CADE4"/>
              </a:solidFill>
            </a:rPr>
            <a:t>consectetuer</a:t>
          </a:r>
          <a:r>
            <a:rPr lang="en-US" sz="1700" kern="1200" dirty="0">
              <a:solidFill>
                <a:srgbClr val="1CADE4"/>
              </a:solidFill>
            </a:rPr>
            <a:t> </a:t>
          </a:r>
          <a:r>
            <a:rPr lang="en-US" sz="1700" kern="1200" dirty="0" err="1"/>
            <a:t>adipiscing</a:t>
          </a:r>
          <a:r>
            <a:rPr lang="en-US" sz="1700" kern="1200" dirty="0"/>
            <a:t> </a:t>
          </a:r>
          <a:r>
            <a:rPr lang="en-US" sz="1700" kern="1200" dirty="0" err="1"/>
            <a:t>elit</a:t>
          </a:r>
          <a:r>
            <a:rPr lang="en-US" sz="1700" kern="1200" dirty="0"/>
            <a:t>. </a:t>
          </a:r>
        </a:p>
      </dsp:txBody>
      <dsp:txXfrm>
        <a:off x="54974" y="2798862"/>
        <a:ext cx="2868750" cy="720000"/>
      </dsp:txXfrm>
    </dsp:sp>
    <dsp:sp modelId="{0E43E57B-3E14-4E3B-A1BC-731AF65D8189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896D61-E2C6-4762-9CCB-8A3825442A05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57ADC-01F3-4CB4-9B5C-B17D5DD902C1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Nunc viverra imperdiet enim. Fusce est. Vivamus a tellus.</a:t>
          </a:r>
        </a:p>
      </dsp:txBody>
      <dsp:txXfrm>
        <a:off x="3425756" y="2798862"/>
        <a:ext cx="2868750" cy="720000"/>
      </dsp:txXfrm>
    </dsp:sp>
    <dsp:sp modelId="{10124FE6-EB36-46FB-90EB-DF0D18AF4333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7DBE83-9179-4F07-B983-5E0B15CC4DBB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34CAE-90F8-4027-8721-7824AD52F808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Pellentesque habitant morbi tristique senectus et netus.</a:t>
          </a:r>
        </a:p>
      </dsp:txBody>
      <dsp:txXfrm>
        <a:off x="6796537" y="2798862"/>
        <a:ext cx="286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EEB50-E198-46DC-A51D-CD6665332CF1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3C8CDE-2535-4A9E-9F05-71C8E15FECA2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9EF75-3DD9-4509-87B3-2062BD5E8188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Lorem ipsum dolor sit amet, consectetuer adipiscing elit. </a:t>
          </a:r>
        </a:p>
      </dsp:txBody>
      <dsp:txXfrm>
        <a:off x="54974" y="2798862"/>
        <a:ext cx="2868750" cy="720000"/>
      </dsp:txXfrm>
    </dsp:sp>
    <dsp:sp modelId="{0E43E57B-3E14-4E3B-A1BC-731AF65D8189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896D61-E2C6-4762-9CCB-8A3825442A05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57ADC-01F3-4CB4-9B5C-B17D5DD902C1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Nunc viverra imperdiet enim. Fusce est. Vivamus a tellus.</a:t>
          </a:r>
        </a:p>
      </dsp:txBody>
      <dsp:txXfrm>
        <a:off x="3425756" y="2798862"/>
        <a:ext cx="2868750" cy="720000"/>
      </dsp:txXfrm>
    </dsp:sp>
    <dsp:sp modelId="{10124FE6-EB36-46FB-90EB-DF0D18AF4333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7DBE83-9179-4F07-B983-5E0B15CC4DBB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34CAE-90F8-4027-8721-7824AD52F808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Pellentesque habitant morbi tristique senectus et netus.</a:t>
          </a:r>
        </a:p>
      </dsp:txBody>
      <dsp:txXfrm>
        <a:off x="6796537" y="2798862"/>
        <a:ext cx="286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E9F81-603F-48B5-874B-30EE2C752DD2}">
      <dsp:nvSpPr>
        <dsp:cNvPr id="0" name=""/>
        <dsp:cNvSpPr/>
      </dsp:nvSpPr>
      <dsp:spPr>
        <a:xfrm>
          <a:off x="0" y="597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F5932-3FA7-43ED-BCC9-F3348EF1BA81}">
      <dsp:nvSpPr>
        <dsp:cNvPr id="0" name=""/>
        <dsp:cNvSpPr/>
      </dsp:nvSpPr>
      <dsp:spPr>
        <a:xfrm>
          <a:off x="423175" y="315356"/>
          <a:ext cx="769409" cy="7694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E14EC-AD06-486B-AE8A-55FC62BEECF7}">
      <dsp:nvSpPr>
        <dsp:cNvPr id="0" name=""/>
        <dsp:cNvSpPr/>
      </dsp:nvSpPr>
      <dsp:spPr>
        <a:xfrm>
          <a:off x="1615759" y="597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Lorem ipsum dolor sit amet, consectetuer adipiscing elit. </a:t>
          </a:r>
        </a:p>
      </dsp:txBody>
      <dsp:txXfrm>
        <a:off x="1615759" y="597"/>
        <a:ext cx="4118290" cy="1398926"/>
      </dsp:txXfrm>
    </dsp:sp>
    <dsp:sp modelId="{1B714BCA-837C-4B1C-BF3A-6F55D82C35E5}">
      <dsp:nvSpPr>
        <dsp:cNvPr id="0" name=""/>
        <dsp:cNvSpPr/>
      </dsp:nvSpPr>
      <dsp:spPr>
        <a:xfrm>
          <a:off x="0" y="1749255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EE019E-50C1-4639-A910-1512EB9088D3}">
      <dsp:nvSpPr>
        <dsp:cNvPr id="0" name=""/>
        <dsp:cNvSpPr/>
      </dsp:nvSpPr>
      <dsp:spPr>
        <a:xfrm>
          <a:off x="423175" y="2064013"/>
          <a:ext cx="769409" cy="7694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9E21B-3158-4134-90F2-7CFA6D4FE636}">
      <dsp:nvSpPr>
        <dsp:cNvPr id="0" name=""/>
        <dsp:cNvSpPr/>
      </dsp:nvSpPr>
      <dsp:spPr>
        <a:xfrm>
          <a:off x="1615759" y="1749255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Nunc viverra imperdiet enim. Fusce est. Vivamus a tellus.</a:t>
          </a:r>
        </a:p>
      </dsp:txBody>
      <dsp:txXfrm>
        <a:off x="1615759" y="1749255"/>
        <a:ext cx="4118290" cy="1398926"/>
      </dsp:txXfrm>
    </dsp:sp>
    <dsp:sp modelId="{F9C919D1-A2B4-45A6-91F0-663DF427E8B5}">
      <dsp:nvSpPr>
        <dsp:cNvPr id="0" name=""/>
        <dsp:cNvSpPr/>
      </dsp:nvSpPr>
      <dsp:spPr>
        <a:xfrm>
          <a:off x="0" y="3497913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A106C0-E8DC-4D63-9BA4-FB531EB12F56}">
      <dsp:nvSpPr>
        <dsp:cNvPr id="0" name=""/>
        <dsp:cNvSpPr/>
      </dsp:nvSpPr>
      <dsp:spPr>
        <a:xfrm>
          <a:off x="423175" y="3812671"/>
          <a:ext cx="769409" cy="7694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4286CB-ECC4-4D3D-93FB-D2FA948EBCAB}">
      <dsp:nvSpPr>
        <dsp:cNvPr id="0" name=""/>
        <dsp:cNvSpPr/>
      </dsp:nvSpPr>
      <dsp:spPr>
        <a:xfrm>
          <a:off x="1615759" y="3497913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Pellentesque habitant morbi tristique senectus et netus.</a:t>
          </a:r>
        </a:p>
      </dsp:txBody>
      <dsp:txXfrm>
        <a:off x="1615759" y="3497913"/>
        <a:ext cx="4118290" cy="13989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E9F81-603F-48B5-874B-30EE2C752DD2}">
      <dsp:nvSpPr>
        <dsp:cNvPr id="0" name=""/>
        <dsp:cNvSpPr/>
      </dsp:nvSpPr>
      <dsp:spPr>
        <a:xfrm>
          <a:off x="0" y="597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F5932-3FA7-43ED-BCC9-F3348EF1BA81}">
      <dsp:nvSpPr>
        <dsp:cNvPr id="0" name=""/>
        <dsp:cNvSpPr/>
      </dsp:nvSpPr>
      <dsp:spPr>
        <a:xfrm>
          <a:off x="423175" y="315356"/>
          <a:ext cx="769409" cy="7694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E14EC-AD06-486B-AE8A-55FC62BEECF7}">
      <dsp:nvSpPr>
        <dsp:cNvPr id="0" name=""/>
        <dsp:cNvSpPr/>
      </dsp:nvSpPr>
      <dsp:spPr>
        <a:xfrm>
          <a:off x="1615759" y="597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Lorem ipsum dolor sit amet, consectetuer adipiscing elit. </a:t>
          </a:r>
        </a:p>
      </dsp:txBody>
      <dsp:txXfrm>
        <a:off x="1615759" y="597"/>
        <a:ext cx="4118290" cy="1398926"/>
      </dsp:txXfrm>
    </dsp:sp>
    <dsp:sp modelId="{1B714BCA-837C-4B1C-BF3A-6F55D82C35E5}">
      <dsp:nvSpPr>
        <dsp:cNvPr id="0" name=""/>
        <dsp:cNvSpPr/>
      </dsp:nvSpPr>
      <dsp:spPr>
        <a:xfrm>
          <a:off x="0" y="1749255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EE019E-50C1-4639-A910-1512EB9088D3}">
      <dsp:nvSpPr>
        <dsp:cNvPr id="0" name=""/>
        <dsp:cNvSpPr/>
      </dsp:nvSpPr>
      <dsp:spPr>
        <a:xfrm>
          <a:off x="423175" y="2064013"/>
          <a:ext cx="769409" cy="7694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9E21B-3158-4134-90F2-7CFA6D4FE636}">
      <dsp:nvSpPr>
        <dsp:cNvPr id="0" name=""/>
        <dsp:cNvSpPr/>
      </dsp:nvSpPr>
      <dsp:spPr>
        <a:xfrm>
          <a:off x="1615759" y="1749255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Nunc viverra imperdiet enim. Fusce est. Vivamus a tellus.</a:t>
          </a:r>
        </a:p>
      </dsp:txBody>
      <dsp:txXfrm>
        <a:off x="1615759" y="1749255"/>
        <a:ext cx="4118290" cy="1398926"/>
      </dsp:txXfrm>
    </dsp:sp>
    <dsp:sp modelId="{F9C919D1-A2B4-45A6-91F0-663DF427E8B5}">
      <dsp:nvSpPr>
        <dsp:cNvPr id="0" name=""/>
        <dsp:cNvSpPr/>
      </dsp:nvSpPr>
      <dsp:spPr>
        <a:xfrm>
          <a:off x="0" y="3497913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A106C0-E8DC-4D63-9BA4-FB531EB12F56}">
      <dsp:nvSpPr>
        <dsp:cNvPr id="0" name=""/>
        <dsp:cNvSpPr/>
      </dsp:nvSpPr>
      <dsp:spPr>
        <a:xfrm>
          <a:off x="423175" y="3812671"/>
          <a:ext cx="769409" cy="7694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4286CB-ECC4-4D3D-93FB-D2FA948EBCAB}">
      <dsp:nvSpPr>
        <dsp:cNvPr id="0" name=""/>
        <dsp:cNvSpPr/>
      </dsp:nvSpPr>
      <dsp:spPr>
        <a:xfrm>
          <a:off x="1615759" y="3497913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Pellentesque habitant morbi tristique senectus et netus.</a:t>
          </a:r>
        </a:p>
      </dsp:txBody>
      <dsp:txXfrm>
        <a:off x="1615759" y="3497913"/>
        <a:ext cx="4118290" cy="13989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4BD78-E619-46CB-AE1F-377CD44DF363}">
      <dsp:nvSpPr>
        <dsp:cNvPr id="0" name=""/>
        <dsp:cNvSpPr/>
      </dsp:nvSpPr>
      <dsp:spPr>
        <a:xfrm>
          <a:off x="0" y="597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5A2E3D-62CE-44AF-B3D4-47EAEA6ED597}">
      <dsp:nvSpPr>
        <dsp:cNvPr id="0" name=""/>
        <dsp:cNvSpPr/>
      </dsp:nvSpPr>
      <dsp:spPr>
        <a:xfrm>
          <a:off x="423175" y="315356"/>
          <a:ext cx="769409" cy="7694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FAB65-A2B6-4B5E-8902-897FE9CA580A}">
      <dsp:nvSpPr>
        <dsp:cNvPr id="0" name=""/>
        <dsp:cNvSpPr/>
      </dsp:nvSpPr>
      <dsp:spPr>
        <a:xfrm>
          <a:off x="1615759" y="597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Lorem ipsum dolor sit amet, consectetuer adipiscing elit. </a:t>
          </a:r>
        </a:p>
      </dsp:txBody>
      <dsp:txXfrm>
        <a:off x="1615759" y="597"/>
        <a:ext cx="4118290" cy="1398926"/>
      </dsp:txXfrm>
    </dsp:sp>
    <dsp:sp modelId="{EC799007-63B7-4014-973E-FBC1E622004F}">
      <dsp:nvSpPr>
        <dsp:cNvPr id="0" name=""/>
        <dsp:cNvSpPr/>
      </dsp:nvSpPr>
      <dsp:spPr>
        <a:xfrm>
          <a:off x="0" y="1749255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D9C86-311D-4BDD-8D66-6DBB91C25E0D}">
      <dsp:nvSpPr>
        <dsp:cNvPr id="0" name=""/>
        <dsp:cNvSpPr/>
      </dsp:nvSpPr>
      <dsp:spPr>
        <a:xfrm>
          <a:off x="423175" y="2064013"/>
          <a:ext cx="769409" cy="7694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602271-13F6-475C-93D5-160013882C9C}">
      <dsp:nvSpPr>
        <dsp:cNvPr id="0" name=""/>
        <dsp:cNvSpPr/>
      </dsp:nvSpPr>
      <dsp:spPr>
        <a:xfrm>
          <a:off x="1615759" y="1749255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Nunc </a:t>
          </a:r>
          <a:r>
            <a:rPr lang="en-US" sz="2500" kern="1200" dirty="0" err="1"/>
            <a:t>viverra</a:t>
          </a:r>
          <a:r>
            <a:rPr lang="en-US" sz="2500" kern="1200" dirty="0"/>
            <a:t> </a:t>
          </a:r>
          <a:r>
            <a:rPr lang="en-US" sz="2500" kern="1200" dirty="0" err="1"/>
            <a:t>imperdiet</a:t>
          </a:r>
          <a:r>
            <a:rPr lang="en-US" sz="2500" kern="1200" dirty="0"/>
            <a:t> </a:t>
          </a:r>
          <a:r>
            <a:rPr lang="en-US" sz="2500" kern="1200" dirty="0" err="1"/>
            <a:t>enim</a:t>
          </a:r>
          <a:r>
            <a:rPr lang="en-US" sz="2500" kern="1200" dirty="0"/>
            <a:t>. </a:t>
          </a:r>
          <a:r>
            <a:rPr lang="en-US" sz="2500" kern="1200" dirty="0" err="1"/>
            <a:t>Fusce</a:t>
          </a:r>
          <a:r>
            <a:rPr lang="en-US" sz="2500" kern="1200" dirty="0"/>
            <a:t> est. </a:t>
          </a:r>
          <a:r>
            <a:rPr lang="en-US" sz="2500" kern="1200" dirty="0" err="1"/>
            <a:t>Vivamus</a:t>
          </a:r>
          <a:r>
            <a:rPr lang="en-US" sz="2500" kern="1200" dirty="0"/>
            <a:t> a </a:t>
          </a:r>
          <a:r>
            <a:rPr lang="en-US" sz="2500" kern="1200" dirty="0" err="1"/>
            <a:t>tellus</a:t>
          </a:r>
          <a:r>
            <a:rPr lang="en-US" sz="2500" kern="1200" dirty="0"/>
            <a:t>.</a:t>
          </a:r>
        </a:p>
      </dsp:txBody>
      <dsp:txXfrm>
        <a:off x="1615759" y="1749255"/>
        <a:ext cx="4118290" cy="1398926"/>
      </dsp:txXfrm>
    </dsp:sp>
    <dsp:sp modelId="{56C257EA-677E-4D52-9BC4-E8A12F3AF862}">
      <dsp:nvSpPr>
        <dsp:cNvPr id="0" name=""/>
        <dsp:cNvSpPr/>
      </dsp:nvSpPr>
      <dsp:spPr>
        <a:xfrm>
          <a:off x="0" y="3497913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8A9AE5-37FD-44B7-B9BB-3C8BD68992E6}">
      <dsp:nvSpPr>
        <dsp:cNvPr id="0" name=""/>
        <dsp:cNvSpPr/>
      </dsp:nvSpPr>
      <dsp:spPr>
        <a:xfrm>
          <a:off x="423175" y="3812671"/>
          <a:ext cx="769409" cy="7694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4B467-27A6-4F52-BF2C-1131934AC1C6}">
      <dsp:nvSpPr>
        <dsp:cNvPr id="0" name=""/>
        <dsp:cNvSpPr/>
      </dsp:nvSpPr>
      <dsp:spPr>
        <a:xfrm>
          <a:off x="1615759" y="3497913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Pellentesque habitant morbi tristique senectus et netus.</a:t>
          </a:r>
        </a:p>
      </dsp:txBody>
      <dsp:txXfrm>
        <a:off x="1615759" y="3497913"/>
        <a:ext cx="4118290" cy="13989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FD32D6-F349-4EBB-BF46-947EF8FC726C}">
      <dsp:nvSpPr>
        <dsp:cNvPr id="0" name=""/>
        <dsp:cNvSpPr/>
      </dsp:nvSpPr>
      <dsp:spPr>
        <a:xfrm>
          <a:off x="384281" y="1323443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28D8FA-A005-43F8-A210-04276D3BA739}">
      <dsp:nvSpPr>
        <dsp:cNvPr id="0" name=""/>
        <dsp:cNvSpPr/>
      </dsp:nvSpPr>
      <dsp:spPr>
        <a:xfrm>
          <a:off x="640218" y="1579381"/>
          <a:ext cx="689062" cy="689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4CB89-61ED-4270-9CFF-99090634A48A}">
      <dsp:nvSpPr>
        <dsp:cNvPr id="0" name=""/>
        <dsp:cNvSpPr/>
      </dsp:nvSpPr>
      <dsp:spPr>
        <a:xfrm>
          <a:off x="375" y="2898444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Lorem ipsum dolor sit amet, consectetuer adipiscing elit. </a:t>
          </a:r>
        </a:p>
      </dsp:txBody>
      <dsp:txXfrm>
        <a:off x="375" y="2898444"/>
        <a:ext cx="1968750" cy="720000"/>
      </dsp:txXfrm>
    </dsp:sp>
    <dsp:sp modelId="{F0B977F6-6D43-49FC-870E-21A390AC92F7}">
      <dsp:nvSpPr>
        <dsp:cNvPr id="0" name=""/>
        <dsp:cNvSpPr/>
      </dsp:nvSpPr>
      <dsp:spPr>
        <a:xfrm>
          <a:off x="2697562" y="1323443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31534-96C1-483E-BD3F-AF8A715DD7F8}">
      <dsp:nvSpPr>
        <dsp:cNvPr id="0" name=""/>
        <dsp:cNvSpPr/>
      </dsp:nvSpPr>
      <dsp:spPr>
        <a:xfrm>
          <a:off x="2953500" y="1579381"/>
          <a:ext cx="689062" cy="689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94597-3816-401C-AB42-FEF7316AA6B2}">
      <dsp:nvSpPr>
        <dsp:cNvPr id="0" name=""/>
        <dsp:cNvSpPr/>
      </dsp:nvSpPr>
      <dsp:spPr>
        <a:xfrm>
          <a:off x="2313656" y="2898444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Nunc viverra imperdiet enim. Fusce est. Vivamus a tellus.</a:t>
          </a:r>
        </a:p>
      </dsp:txBody>
      <dsp:txXfrm>
        <a:off x="2313656" y="2898444"/>
        <a:ext cx="1968750" cy="720000"/>
      </dsp:txXfrm>
    </dsp:sp>
    <dsp:sp modelId="{D3994AC0-A619-4D1F-91E6-1E8CD3085708}">
      <dsp:nvSpPr>
        <dsp:cNvPr id="0" name=""/>
        <dsp:cNvSpPr/>
      </dsp:nvSpPr>
      <dsp:spPr>
        <a:xfrm>
          <a:off x="5010843" y="1323443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DC20C-6295-4D47-9EA8-74C475E8B807}">
      <dsp:nvSpPr>
        <dsp:cNvPr id="0" name=""/>
        <dsp:cNvSpPr/>
      </dsp:nvSpPr>
      <dsp:spPr>
        <a:xfrm>
          <a:off x="5266781" y="1579381"/>
          <a:ext cx="689062" cy="689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DA483-7ECB-493D-95BB-41E1BBF4EBE7}">
      <dsp:nvSpPr>
        <dsp:cNvPr id="0" name=""/>
        <dsp:cNvSpPr/>
      </dsp:nvSpPr>
      <dsp:spPr>
        <a:xfrm>
          <a:off x="4626937" y="2898444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Pellentesque habitant morbi tristique senectus et netus.</a:t>
          </a:r>
        </a:p>
      </dsp:txBody>
      <dsp:txXfrm>
        <a:off x="4626937" y="2898444"/>
        <a:ext cx="19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2/2/2024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anchor="t">
            <a:noAutofit/>
          </a:bodyPr>
          <a:lstStyle/>
          <a:p>
            <a:r>
              <a:rPr lang="pt-BR" altLang="ko-KR" sz="2200" dirty="0">
                <a:solidFill>
                  <a:schemeClr val="bg1"/>
                </a:solidFill>
              </a:rPr>
              <a:t>Karina de Vargas Pereira, Bo Kyung Kim, Xing Huang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47A1D16-E1A5-9361-83DD-E9B067AAE148}"/>
              </a:ext>
            </a:extLst>
          </p:cNvPr>
          <p:cNvSpPr txBox="1"/>
          <p:nvPr/>
        </p:nvSpPr>
        <p:spPr>
          <a:xfrm>
            <a:off x="4309349" y="3227439"/>
            <a:ext cx="3069879" cy="430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2200">
                <a:solidFill>
                  <a:schemeClr val="bg1"/>
                </a:solidFill>
              </a:defRPr>
            </a:lvl1pPr>
            <a:lvl2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</a:lvl2pPr>
            <a:lvl3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</a:lvl3pPr>
            <a:lvl4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</a:lvl4pPr>
            <a:lvl5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</a:lvl5pPr>
            <a:lvl6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</a:lvl6pPr>
            <a:lvl7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</a:lvl7pPr>
            <a:lvl8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</a:lvl8pPr>
            <a:lvl9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</a:lvl9pPr>
          </a:lstStyle>
          <a:p>
            <a:r>
              <a:rPr lang="en-US" altLang="ko-KR" dirty="0"/>
              <a:t>Web Dev II - Final Project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1DAE33-2556-A81A-BD11-2F741D36790B}"/>
              </a:ext>
            </a:extLst>
          </p:cNvPr>
          <p:cNvSpPr txBox="1"/>
          <p:nvPr/>
        </p:nvSpPr>
        <p:spPr>
          <a:xfrm>
            <a:off x="4309349" y="3665253"/>
            <a:ext cx="597971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>
                <a:solidFill>
                  <a:schemeClr val="bg1"/>
                </a:solidFill>
                <a:latin typeface="+mj-lt"/>
              </a:rPr>
              <a:t>REAL ESTATE WEB APPLICATION</a:t>
            </a:r>
            <a:endParaRPr lang="ko-KR" altLang="en-US" sz="5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8B8F-64AF-95A0-2C2F-E734621D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838B7-45E6-6A1C-02EA-82166CF58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606"/>
            <a:ext cx="4373782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BACKGROUND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47CA4AC-BDAC-FA09-DFE5-9C12AE7B9F49}"/>
              </a:ext>
            </a:extLst>
          </p:cNvPr>
          <p:cNvGrpSpPr/>
          <p:nvPr/>
        </p:nvGrpSpPr>
        <p:grpSpPr>
          <a:xfrm>
            <a:off x="3029995" y="1701377"/>
            <a:ext cx="6132010" cy="4606017"/>
            <a:chOff x="3029995" y="1593222"/>
            <a:chExt cx="6132010" cy="460601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BD613E3-270E-8DB3-F401-9C212AE0A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29995" y="1593222"/>
              <a:ext cx="6132010" cy="3927527"/>
            </a:xfrm>
            <a:prstGeom prst="rect">
              <a:avLst/>
            </a:prstGeom>
          </p:spPr>
        </p:pic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662C1E77-3185-05BD-8A53-168C6956812F}"/>
                </a:ext>
              </a:extLst>
            </p:cNvPr>
            <p:cNvSpPr txBox="1">
              <a:spLocks/>
            </p:cNvSpPr>
            <p:nvPr/>
          </p:nvSpPr>
          <p:spPr>
            <a:xfrm>
              <a:off x="3654094" y="5684423"/>
              <a:ext cx="4883812" cy="514816"/>
            </a:xfrm>
            <a:prstGeom prst="rect">
              <a:avLst/>
            </a:prstGeom>
          </p:spPr>
          <p:txBody>
            <a:bodyPr vert="horz" lIns="45720" tIns="45720" rIns="45720" bIns="45720" rtlCol="0" anchor="t">
              <a:noAutofit/>
            </a:bodyPr>
            <a:lstStyle>
              <a:lvl1pPr marL="91440" indent="-9144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Tw Cen MT" panose="020B0602020104020603" pitchFamily="34" charset="0"/>
                <a:buChar char=" 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65176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48056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94360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77240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914400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060704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16152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362456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pt-BR" altLang="ko-KR" sz="2500" dirty="0"/>
                <a:t>Web Dev I </a:t>
              </a:r>
              <a:r>
                <a:rPr lang="en-US" altLang="ko-KR" sz="2500" dirty="0"/>
                <a:t>Project from Karina’s team</a:t>
              </a:r>
              <a:r>
                <a:rPr lang="pt-BR" altLang="ko-KR" sz="2500" dirty="0"/>
                <a:t>  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60CB38-3D15-9ED9-E140-074FD47176C9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721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07AAA-4866-B275-48D4-9D9A26EEA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7F59-C8A6-EC4E-C7A2-F925146A6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606"/>
            <a:ext cx="4934220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SOLUTION OVERVIEW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35A4FA5-6F9B-5A68-41D2-2D263CBF877C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339483A1-DAC9-BB97-A100-9074134B8BFB}"/>
              </a:ext>
            </a:extLst>
          </p:cNvPr>
          <p:cNvGrpSpPr/>
          <p:nvPr/>
        </p:nvGrpSpPr>
        <p:grpSpPr>
          <a:xfrm>
            <a:off x="2821700" y="1416480"/>
            <a:ext cx="7453172" cy="5066655"/>
            <a:chOff x="2755153" y="1534468"/>
            <a:chExt cx="7453172" cy="506665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7B951B7-FCE6-DE53-7103-708C6F6DABF6}"/>
                </a:ext>
              </a:extLst>
            </p:cNvPr>
            <p:cNvGrpSpPr/>
            <p:nvPr/>
          </p:nvGrpSpPr>
          <p:grpSpPr>
            <a:xfrm>
              <a:off x="2846967" y="2417312"/>
              <a:ext cx="665615" cy="1089824"/>
              <a:chOff x="1314824" y="1470118"/>
              <a:chExt cx="741001" cy="1213256"/>
            </a:xfrm>
          </p:grpSpPr>
          <p:sp>
            <p:nvSpPr>
              <p:cNvPr id="8" name="웃는 얼굴 7">
                <a:extLst>
                  <a:ext uri="{FF2B5EF4-FFF2-40B4-BE49-F238E27FC236}">
                    <a16:creationId xmlns:a16="http://schemas.microsoft.com/office/drawing/2014/main" id="{9F484252-05DB-58D3-FADF-44B337BA7B05}"/>
                  </a:ext>
                </a:extLst>
              </p:cNvPr>
              <p:cNvSpPr/>
              <p:nvPr/>
            </p:nvSpPr>
            <p:spPr>
              <a:xfrm>
                <a:off x="1314824" y="1470118"/>
                <a:ext cx="711921" cy="711921"/>
              </a:xfrm>
              <a:prstGeom prst="smileyFac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8CACCD-16C6-30E0-39DC-A41869075834}"/>
                  </a:ext>
                </a:extLst>
              </p:cNvPr>
              <p:cNvSpPr txBox="1"/>
              <p:nvPr/>
            </p:nvSpPr>
            <p:spPr>
              <a:xfrm>
                <a:off x="1345214" y="2237948"/>
                <a:ext cx="710611" cy="4454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dirty="0">
                    <a:solidFill>
                      <a:srgbClr val="1CADE4"/>
                    </a:solidFill>
                  </a:rPr>
                  <a:t>User</a:t>
                </a:r>
                <a:endParaRPr lang="ko-KR" altLang="en-US" sz="2000" dirty="0">
                  <a:solidFill>
                    <a:srgbClr val="1CADE4"/>
                  </a:solidFill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C7471A4A-5776-6B69-B129-37692A1F4F03}"/>
                </a:ext>
              </a:extLst>
            </p:cNvPr>
            <p:cNvGrpSpPr/>
            <p:nvPr/>
          </p:nvGrpSpPr>
          <p:grpSpPr>
            <a:xfrm>
              <a:off x="2755153" y="3666169"/>
              <a:ext cx="912814" cy="1089824"/>
              <a:chOff x="1212613" y="2860419"/>
              <a:chExt cx="1016197" cy="1213256"/>
            </a:xfrm>
          </p:grpSpPr>
          <p:sp>
            <p:nvSpPr>
              <p:cNvPr id="11" name="웃는 얼굴 10">
                <a:extLst>
                  <a:ext uri="{FF2B5EF4-FFF2-40B4-BE49-F238E27FC236}">
                    <a16:creationId xmlns:a16="http://schemas.microsoft.com/office/drawing/2014/main" id="{C47A4594-4B4B-BBB8-19AB-FA2EDFEC8A7A}"/>
                  </a:ext>
                </a:extLst>
              </p:cNvPr>
              <p:cNvSpPr/>
              <p:nvPr/>
            </p:nvSpPr>
            <p:spPr>
              <a:xfrm>
                <a:off x="1314824" y="2860419"/>
                <a:ext cx="711921" cy="711921"/>
              </a:xfrm>
              <a:prstGeom prst="smileyFac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5BC6D6E-A0D3-2213-B88A-A16BF1C568C5}"/>
                  </a:ext>
                </a:extLst>
              </p:cNvPr>
              <p:cNvSpPr txBox="1"/>
              <p:nvPr/>
            </p:nvSpPr>
            <p:spPr>
              <a:xfrm>
                <a:off x="1212613" y="3628249"/>
                <a:ext cx="1016197" cy="4454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>
                  <a:defRPr>
                    <a:solidFill>
                      <a:schemeClr val="accent2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2000" dirty="0">
                    <a:solidFill>
                      <a:srgbClr val="1CADE4"/>
                    </a:solidFill>
                  </a:rPr>
                  <a:t>Realtor</a:t>
                </a:r>
                <a:endParaRPr lang="ko-KR" altLang="en-US" sz="2000" dirty="0">
                  <a:solidFill>
                    <a:srgbClr val="1CADE4"/>
                  </a:solidFill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C8DE491-8893-A42A-660B-DDCE1C41306D}"/>
                </a:ext>
              </a:extLst>
            </p:cNvPr>
            <p:cNvGrpSpPr/>
            <p:nvPr/>
          </p:nvGrpSpPr>
          <p:grpSpPr>
            <a:xfrm>
              <a:off x="2776348" y="4915027"/>
              <a:ext cx="821059" cy="1089824"/>
              <a:chOff x="1236208" y="4250720"/>
              <a:chExt cx="914050" cy="1213256"/>
            </a:xfrm>
          </p:grpSpPr>
          <p:sp>
            <p:nvSpPr>
              <p:cNvPr id="14" name="웃는 얼굴 13">
                <a:extLst>
                  <a:ext uri="{FF2B5EF4-FFF2-40B4-BE49-F238E27FC236}">
                    <a16:creationId xmlns:a16="http://schemas.microsoft.com/office/drawing/2014/main" id="{C9707462-D52B-7CC0-1CD7-1CA4897022A9}"/>
                  </a:ext>
                </a:extLst>
              </p:cNvPr>
              <p:cNvSpPr/>
              <p:nvPr/>
            </p:nvSpPr>
            <p:spPr>
              <a:xfrm>
                <a:off x="1314824" y="4250720"/>
                <a:ext cx="711921" cy="711921"/>
              </a:xfrm>
              <a:prstGeom prst="smileyFac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CD572E-878E-DDF8-5C1F-B42E474D689F}"/>
                  </a:ext>
                </a:extLst>
              </p:cNvPr>
              <p:cNvSpPr txBox="1"/>
              <p:nvPr/>
            </p:nvSpPr>
            <p:spPr>
              <a:xfrm>
                <a:off x="1236208" y="5018550"/>
                <a:ext cx="914050" cy="4454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dirty="0">
                    <a:solidFill>
                      <a:srgbClr val="1CADE4"/>
                    </a:solidFill>
                  </a:rPr>
                  <a:t>Admin</a:t>
                </a:r>
                <a:endParaRPr lang="ko-KR" altLang="en-US" sz="2000" dirty="0">
                  <a:solidFill>
                    <a:srgbClr val="1CADE4"/>
                  </a:solidFill>
                </a:endParaRPr>
              </a:p>
            </p:txBody>
          </p:sp>
        </p:grp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6D49DEF7-451E-26FF-043D-8240F0337090}"/>
                </a:ext>
              </a:extLst>
            </p:cNvPr>
            <p:cNvSpPr/>
            <p:nvPr/>
          </p:nvSpPr>
          <p:spPr>
            <a:xfrm>
              <a:off x="5088294" y="5282513"/>
              <a:ext cx="2290719" cy="569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Create/edit/delete</a:t>
              </a:r>
            </a:p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property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18190774-4744-8A32-3EF9-BCE91A4A60A1}"/>
                </a:ext>
              </a:extLst>
            </p:cNvPr>
            <p:cNvSpPr/>
            <p:nvPr/>
          </p:nvSpPr>
          <p:spPr>
            <a:xfrm>
              <a:off x="5088294" y="3783295"/>
              <a:ext cx="2290719" cy="569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Search property</a:t>
              </a:r>
            </a:p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with a filter</a:t>
              </a: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FFD4EC01-D20F-D04D-A6D5-DF5E22FDB86B}"/>
                </a:ext>
              </a:extLst>
            </p:cNvPr>
            <p:cNvSpPr/>
            <p:nvPr/>
          </p:nvSpPr>
          <p:spPr>
            <a:xfrm>
              <a:off x="5088294" y="6032123"/>
              <a:ext cx="2290719" cy="569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View/edit/delete</a:t>
              </a:r>
            </a:p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user’s account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CB26DE34-6F32-3C96-8098-AFFAD64055E7}"/>
                </a:ext>
              </a:extLst>
            </p:cNvPr>
            <p:cNvSpPr/>
            <p:nvPr/>
          </p:nvSpPr>
          <p:spPr>
            <a:xfrm>
              <a:off x="5088294" y="1534468"/>
              <a:ext cx="2290719" cy="569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Register account</a:t>
              </a: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21DC0CCB-F859-95A1-835A-705238A0F910}"/>
                </a:ext>
              </a:extLst>
            </p:cNvPr>
            <p:cNvSpPr/>
            <p:nvPr/>
          </p:nvSpPr>
          <p:spPr>
            <a:xfrm>
              <a:off x="5088294" y="2284077"/>
              <a:ext cx="2290719" cy="569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Login</a:t>
              </a: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24D79E1-9ED3-792C-B799-C1E9CB508886}"/>
                </a:ext>
              </a:extLst>
            </p:cNvPr>
            <p:cNvSpPr/>
            <p:nvPr/>
          </p:nvSpPr>
          <p:spPr>
            <a:xfrm>
              <a:off x="5088294" y="3033686"/>
              <a:ext cx="2290719" cy="569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View all property listings</a:t>
              </a: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6E339A39-6F63-43E9-5DD0-F447ECCBB0BC}"/>
                </a:ext>
              </a:extLst>
            </p:cNvPr>
            <p:cNvCxnSpPr>
              <a:cxnSpLocks/>
              <a:stCxn id="8" idx="6"/>
              <a:endCxn id="19" idx="1"/>
            </p:cNvCxnSpPr>
            <p:nvPr/>
          </p:nvCxnSpPr>
          <p:spPr>
            <a:xfrm flipV="1">
              <a:off x="3486459" y="1818968"/>
              <a:ext cx="1601835" cy="91809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1619B2A4-1EB9-914D-F53A-D20429CDBA9E}"/>
                </a:ext>
              </a:extLst>
            </p:cNvPr>
            <p:cNvCxnSpPr>
              <a:cxnSpLocks/>
              <a:stCxn id="8" idx="6"/>
              <a:endCxn id="20" idx="1"/>
            </p:cNvCxnSpPr>
            <p:nvPr/>
          </p:nvCxnSpPr>
          <p:spPr>
            <a:xfrm flipV="1">
              <a:off x="3486459" y="2568577"/>
              <a:ext cx="1601835" cy="168482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ED93D1C6-545D-98B6-A139-FF79F094CE26}"/>
                </a:ext>
              </a:extLst>
            </p:cNvPr>
            <p:cNvCxnSpPr>
              <a:cxnSpLocks/>
              <a:stCxn id="8" idx="6"/>
              <a:endCxn id="21" idx="1"/>
            </p:cNvCxnSpPr>
            <p:nvPr/>
          </p:nvCxnSpPr>
          <p:spPr>
            <a:xfrm>
              <a:off x="3486459" y="2737059"/>
              <a:ext cx="1601835" cy="5811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44FDB015-0F03-2BA6-9544-7F8222319A91}"/>
                </a:ext>
              </a:extLst>
            </p:cNvPr>
            <p:cNvCxnSpPr>
              <a:cxnSpLocks/>
              <a:stCxn id="11" idx="6"/>
              <a:endCxn id="20" idx="1"/>
            </p:cNvCxnSpPr>
            <p:nvPr/>
          </p:nvCxnSpPr>
          <p:spPr>
            <a:xfrm flipV="1">
              <a:off x="3486459" y="2568577"/>
              <a:ext cx="1601835" cy="141734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0026C69B-0B0F-F6B4-CFFE-6AEEA08BB9BE}"/>
                </a:ext>
              </a:extLst>
            </p:cNvPr>
            <p:cNvCxnSpPr>
              <a:cxnSpLocks/>
              <a:stCxn id="11" idx="6"/>
              <a:endCxn id="21" idx="1"/>
            </p:cNvCxnSpPr>
            <p:nvPr/>
          </p:nvCxnSpPr>
          <p:spPr>
            <a:xfrm flipV="1">
              <a:off x="3486459" y="3318186"/>
              <a:ext cx="1601835" cy="66773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AF374999-EDC0-1F81-225C-20FCBF154B8F}"/>
                </a:ext>
              </a:extLst>
            </p:cNvPr>
            <p:cNvCxnSpPr>
              <a:cxnSpLocks/>
              <a:stCxn id="11" idx="6"/>
              <a:endCxn id="17" idx="1"/>
            </p:cNvCxnSpPr>
            <p:nvPr/>
          </p:nvCxnSpPr>
          <p:spPr>
            <a:xfrm>
              <a:off x="3486459" y="3985917"/>
              <a:ext cx="1601835" cy="8187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48881DDA-00FD-A6A7-001A-8439398901D2}"/>
                </a:ext>
              </a:extLst>
            </p:cNvPr>
            <p:cNvCxnSpPr>
              <a:cxnSpLocks/>
              <a:stCxn id="8" idx="6"/>
              <a:endCxn id="17" idx="1"/>
            </p:cNvCxnSpPr>
            <p:nvPr/>
          </p:nvCxnSpPr>
          <p:spPr>
            <a:xfrm>
              <a:off x="3486459" y="2737059"/>
              <a:ext cx="1601835" cy="133073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FA6F53D2-C206-C9D5-BFB7-8E0D3760B6B8}"/>
                </a:ext>
              </a:extLst>
            </p:cNvPr>
            <p:cNvCxnSpPr>
              <a:cxnSpLocks/>
              <a:stCxn id="11" idx="6"/>
              <a:endCxn id="16" idx="1"/>
            </p:cNvCxnSpPr>
            <p:nvPr/>
          </p:nvCxnSpPr>
          <p:spPr>
            <a:xfrm>
              <a:off x="3486459" y="3985917"/>
              <a:ext cx="1601835" cy="158109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60385E02-971B-ADED-63EC-6E95ECDEDD3F}"/>
                </a:ext>
              </a:extLst>
            </p:cNvPr>
            <p:cNvCxnSpPr>
              <a:cxnSpLocks/>
              <a:stCxn id="14" idx="6"/>
              <a:endCxn id="18" idx="1"/>
            </p:cNvCxnSpPr>
            <p:nvPr/>
          </p:nvCxnSpPr>
          <p:spPr>
            <a:xfrm>
              <a:off x="3486459" y="5234775"/>
              <a:ext cx="1601835" cy="108184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B74B9764-2EFE-6BF9-2CAD-AC3664F92A2B}"/>
                </a:ext>
              </a:extLst>
            </p:cNvPr>
            <p:cNvCxnSpPr>
              <a:cxnSpLocks/>
              <a:stCxn id="32" idx="2"/>
              <a:endCxn id="16" idx="3"/>
            </p:cNvCxnSpPr>
            <p:nvPr/>
          </p:nvCxnSpPr>
          <p:spPr>
            <a:xfrm flipH="1">
              <a:off x="7379012" y="5567013"/>
              <a:ext cx="1040544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D59947A-2D1A-5972-089F-343E41BB6EE0}"/>
                </a:ext>
              </a:extLst>
            </p:cNvPr>
            <p:cNvSpPr/>
            <p:nvPr/>
          </p:nvSpPr>
          <p:spPr>
            <a:xfrm>
              <a:off x="8419557" y="5260098"/>
              <a:ext cx="1788768" cy="61383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/>
                <a:t>Upload files</a:t>
              </a:r>
              <a:endParaRPr lang="ko-KR" altLang="en-US" sz="2000" dirty="0"/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46A57875-E61B-E8EE-5B06-14CCC60BE368}"/>
                </a:ext>
              </a:extLst>
            </p:cNvPr>
            <p:cNvCxnSpPr>
              <a:cxnSpLocks/>
              <a:stCxn id="14" idx="6"/>
              <a:endCxn id="21" idx="1"/>
            </p:cNvCxnSpPr>
            <p:nvPr/>
          </p:nvCxnSpPr>
          <p:spPr>
            <a:xfrm flipV="1">
              <a:off x="3486459" y="3318186"/>
              <a:ext cx="1601835" cy="191658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0578340-58F2-CA04-8790-D20570643406}"/>
                </a:ext>
              </a:extLst>
            </p:cNvPr>
            <p:cNvCxnSpPr>
              <a:cxnSpLocks/>
              <a:stCxn id="14" idx="6"/>
              <a:endCxn id="20" idx="1"/>
            </p:cNvCxnSpPr>
            <p:nvPr/>
          </p:nvCxnSpPr>
          <p:spPr>
            <a:xfrm flipV="1">
              <a:off x="3486459" y="2568577"/>
              <a:ext cx="1601835" cy="266619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C4CB23A3-6113-944A-227D-3771EEA13687}"/>
                </a:ext>
              </a:extLst>
            </p:cNvPr>
            <p:cNvCxnSpPr>
              <a:cxnSpLocks/>
              <a:stCxn id="11" idx="6"/>
              <a:endCxn id="19" idx="1"/>
            </p:cNvCxnSpPr>
            <p:nvPr/>
          </p:nvCxnSpPr>
          <p:spPr>
            <a:xfrm flipV="1">
              <a:off x="3486459" y="1818968"/>
              <a:ext cx="1601835" cy="216694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43C48D7B-888C-78DB-7C22-7D1C3A9A2004}"/>
                </a:ext>
              </a:extLst>
            </p:cNvPr>
            <p:cNvCxnSpPr>
              <a:cxnSpLocks/>
              <a:stCxn id="14" idx="6"/>
              <a:endCxn id="17" idx="1"/>
            </p:cNvCxnSpPr>
            <p:nvPr/>
          </p:nvCxnSpPr>
          <p:spPr>
            <a:xfrm flipV="1">
              <a:off x="3486459" y="4067795"/>
              <a:ext cx="1601835" cy="116698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9EC9720A-CC70-3E95-8F22-EA9A87A144AF}"/>
                </a:ext>
              </a:extLst>
            </p:cNvPr>
            <p:cNvSpPr/>
            <p:nvPr/>
          </p:nvSpPr>
          <p:spPr>
            <a:xfrm>
              <a:off x="5088294" y="4532904"/>
              <a:ext cx="2290719" cy="569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Send Offer</a:t>
              </a:r>
            </a:p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(by down payment)</a:t>
              </a:r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B6D19A25-5B59-B50F-10AB-98B8CBB76DD0}"/>
                </a:ext>
              </a:extLst>
            </p:cNvPr>
            <p:cNvCxnSpPr>
              <a:cxnSpLocks/>
              <a:stCxn id="8" idx="6"/>
              <a:endCxn id="37" idx="1"/>
            </p:cNvCxnSpPr>
            <p:nvPr/>
          </p:nvCxnSpPr>
          <p:spPr>
            <a:xfrm>
              <a:off x="3486459" y="2737059"/>
              <a:ext cx="1601835" cy="2080345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4188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71C37-7C2B-02B0-010B-AEF81D1B0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0ABF7-A69B-CF03-E8D1-828AAB341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606"/>
            <a:ext cx="6517214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Roles &amp; Responsibilities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26DA2B-6B1B-5A46-5C6C-5C00AD3693BA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72F3256-08B5-A649-349A-5A56DDFA4BA7}"/>
              </a:ext>
            </a:extLst>
          </p:cNvPr>
          <p:cNvSpPr/>
          <p:nvPr/>
        </p:nvSpPr>
        <p:spPr>
          <a:xfrm>
            <a:off x="894735" y="2890678"/>
            <a:ext cx="3224982" cy="3077500"/>
          </a:xfrm>
          <a:prstGeom prst="roundRect">
            <a:avLst/>
          </a:prstGeom>
          <a:solidFill>
            <a:prstClr val="white">
              <a:lumMod val="95000"/>
              <a:hueOff val="0"/>
              <a:satOff val="0"/>
              <a:lumOff val="0"/>
              <a:alphaOff val="0"/>
            </a:prstClr>
          </a:solidFill>
          <a:ln>
            <a:noFill/>
          </a:ln>
          <a:effectLst/>
        </p:spPr>
        <p:txBody>
          <a:bodyPr rtlCol="0" anchor="ctr"/>
          <a:lstStyle/>
          <a:p>
            <a:pPr lvl="0">
              <a:lnSpc>
                <a:spcPct val="100000"/>
              </a:lnSpc>
            </a:pPr>
            <a:r>
              <a:rPr lang="en-US" altLang="ko-KR" sz="2500" dirty="0"/>
              <a:t>- Database Setup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Home page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Navigation Bar</a:t>
            </a:r>
            <a:br>
              <a:rPr lang="en-US" altLang="ko-KR" sz="2500" dirty="0"/>
            </a:br>
            <a:r>
              <a:rPr lang="en-US" altLang="ko-KR" sz="2500" dirty="0"/>
              <a:t>- Login page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Registration page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BEEC6C1-A9EF-1E9A-0A7A-43CB9FCFC7F9}"/>
              </a:ext>
            </a:extLst>
          </p:cNvPr>
          <p:cNvSpPr/>
          <p:nvPr/>
        </p:nvSpPr>
        <p:spPr>
          <a:xfrm>
            <a:off x="4571999" y="2890678"/>
            <a:ext cx="3224982" cy="3077500"/>
          </a:xfrm>
          <a:prstGeom prst="roundRect">
            <a:avLst/>
          </a:prstGeom>
          <a:solidFill>
            <a:prstClr val="white">
              <a:lumMod val="95000"/>
              <a:hueOff val="0"/>
              <a:satOff val="0"/>
              <a:lumOff val="0"/>
              <a:alphaOff val="0"/>
            </a:prstClr>
          </a:solidFill>
          <a:ln>
            <a:noFill/>
          </a:ln>
          <a:effectLst/>
        </p:spPr>
        <p:txBody>
          <a:bodyPr rtlCol="0" anchor="ctr"/>
          <a:lstStyle/>
          <a:p>
            <a:pPr lvl="0">
              <a:lnSpc>
                <a:spcPct val="100000"/>
              </a:lnSpc>
            </a:pPr>
            <a:r>
              <a:rPr lang="en-US" altLang="ko-KR" sz="2500" dirty="0"/>
              <a:t>- Listings page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Property page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Create/edit  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  property page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Admin page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Edit user page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45B07B6-3B3B-FCBB-D96C-DAC18F2AB11A}"/>
              </a:ext>
            </a:extLst>
          </p:cNvPr>
          <p:cNvGrpSpPr/>
          <p:nvPr/>
        </p:nvGrpSpPr>
        <p:grpSpPr>
          <a:xfrm>
            <a:off x="1994104" y="1774518"/>
            <a:ext cx="1026243" cy="1038952"/>
            <a:chOff x="1884645" y="1499221"/>
            <a:chExt cx="1026243" cy="1038952"/>
          </a:xfrm>
        </p:grpSpPr>
        <p:sp>
          <p:nvSpPr>
            <p:cNvPr id="16" name="웃는 얼굴 15">
              <a:extLst>
                <a:ext uri="{FF2B5EF4-FFF2-40B4-BE49-F238E27FC236}">
                  <a16:creationId xmlns:a16="http://schemas.microsoft.com/office/drawing/2014/main" id="{E7353D9E-4611-3187-87E8-9C95E70BAFD3}"/>
                </a:ext>
              </a:extLst>
            </p:cNvPr>
            <p:cNvSpPr/>
            <p:nvPr/>
          </p:nvSpPr>
          <p:spPr>
            <a:xfrm>
              <a:off x="2078020" y="1499221"/>
              <a:ext cx="639493" cy="639493"/>
            </a:xfrm>
            <a:prstGeom prst="smileyFac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39D9B62-9E51-289A-E59F-226C8DE3807D}"/>
                </a:ext>
              </a:extLst>
            </p:cNvPr>
            <p:cNvSpPr txBox="1"/>
            <p:nvPr/>
          </p:nvSpPr>
          <p:spPr>
            <a:xfrm>
              <a:off x="1884645" y="2061119"/>
              <a:ext cx="102624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500" dirty="0">
                  <a:solidFill>
                    <a:srgbClr val="1CADE4"/>
                  </a:solidFill>
                </a:rPr>
                <a:t>Karina</a:t>
              </a:r>
              <a:endParaRPr lang="ko-KR" altLang="en-US" sz="2500" dirty="0">
                <a:solidFill>
                  <a:srgbClr val="1CADE4"/>
                </a:solidFill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21E9B25-12B1-8833-1576-77B40E7AF957}"/>
              </a:ext>
            </a:extLst>
          </p:cNvPr>
          <p:cNvGrpSpPr/>
          <p:nvPr/>
        </p:nvGrpSpPr>
        <p:grpSpPr>
          <a:xfrm>
            <a:off x="5496641" y="1774518"/>
            <a:ext cx="1375698" cy="1038952"/>
            <a:chOff x="5671368" y="1450059"/>
            <a:chExt cx="1375698" cy="1038952"/>
          </a:xfrm>
        </p:grpSpPr>
        <p:sp>
          <p:nvSpPr>
            <p:cNvPr id="20" name="웃는 얼굴 19">
              <a:extLst>
                <a:ext uri="{FF2B5EF4-FFF2-40B4-BE49-F238E27FC236}">
                  <a16:creationId xmlns:a16="http://schemas.microsoft.com/office/drawing/2014/main" id="{E63831F6-3EEB-4367-7D2C-498D6464AD21}"/>
                </a:ext>
              </a:extLst>
            </p:cNvPr>
            <p:cNvSpPr/>
            <p:nvPr/>
          </p:nvSpPr>
          <p:spPr>
            <a:xfrm>
              <a:off x="6047486" y="1450059"/>
              <a:ext cx="639493" cy="639493"/>
            </a:xfrm>
            <a:prstGeom prst="smileyFac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37B7E9-4C61-0E9D-087E-AD8D90BE1F12}"/>
                </a:ext>
              </a:extLst>
            </p:cNvPr>
            <p:cNvSpPr txBox="1"/>
            <p:nvPr/>
          </p:nvSpPr>
          <p:spPr>
            <a:xfrm>
              <a:off x="5671368" y="2011957"/>
              <a:ext cx="137569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500" dirty="0">
                  <a:solidFill>
                    <a:srgbClr val="1CADE4"/>
                  </a:solidFill>
                </a:rPr>
                <a:t>Bo Kyung</a:t>
              </a:r>
              <a:endParaRPr lang="ko-KR" altLang="en-US" sz="2500" dirty="0">
                <a:solidFill>
                  <a:srgbClr val="1CADE4"/>
                </a:solidFill>
              </a:endParaRPr>
            </a:p>
          </p:txBody>
        </p:sp>
      </p:grpSp>
      <p:sp>
        <p:nvSpPr>
          <p:cNvPr id="24" name="웃는 얼굴 23">
            <a:extLst>
              <a:ext uri="{FF2B5EF4-FFF2-40B4-BE49-F238E27FC236}">
                <a16:creationId xmlns:a16="http://schemas.microsoft.com/office/drawing/2014/main" id="{F6847767-B914-BF49-A527-04E40FFB4BD9}"/>
              </a:ext>
            </a:extLst>
          </p:cNvPr>
          <p:cNvSpPr/>
          <p:nvPr/>
        </p:nvSpPr>
        <p:spPr>
          <a:xfrm>
            <a:off x="9542007" y="1774518"/>
            <a:ext cx="639493" cy="639493"/>
          </a:xfrm>
          <a:prstGeom prst="smileyFac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E3EB45-88EC-D0BA-852B-A52BAA56A077}"/>
              </a:ext>
            </a:extLst>
          </p:cNvPr>
          <p:cNvSpPr txBox="1"/>
          <p:nvPr/>
        </p:nvSpPr>
        <p:spPr>
          <a:xfrm>
            <a:off x="9487291" y="2336416"/>
            <a:ext cx="74892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>
                <a:solidFill>
                  <a:srgbClr val="1CADE4"/>
                </a:solidFill>
              </a:rPr>
              <a:t>Xing</a:t>
            </a:r>
            <a:endParaRPr lang="ko-KR" altLang="en-US" sz="2500" dirty="0">
              <a:solidFill>
                <a:srgbClr val="1CADE4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C2608CF-19A9-5659-77F4-9793B65DCD83}"/>
              </a:ext>
            </a:extLst>
          </p:cNvPr>
          <p:cNvSpPr/>
          <p:nvPr/>
        </p:nvSpPr>
        <p:spPr>
          <a:xfrm>
            <a:off x="8249263" y="2890678"/>
            <a:ext cx="3224982" cy="3077500"/>
          </a:xfrm>
          <a:prstGeom prst="roundRect">
            <a:avLst/>
          </a:prstGeom>
          <a:solidFill>
            <a:prstClr val="white">
              <a:lumMod val="95000"/>
              <a:hueOff val="0"/>
              <a:satOff val="0"/>
              <a:lumOff val="0"/>
              <a:alphaOff val="0"/>
            </a:prstClr>
          </a:solidFill>
          <a:ln>
            <a:noFill/>
          </a:ln>
          <a:effectLst/>
        </p:spPr>
        <p:txBody>
          <a:bodyPr rtlCol="0" anchor="ctr"/>
          <a:lstStyle/>
          <a:p>
            <a:pPr lvl="0">
              <a:lnSpc>
                <a:spcPct val="100000"/>
              </a:lnSpc>
            </a:pPr>
            <a:r>
              <a:rPr lang="en-US" altLang="ko-KR" sz="2500" dirty="0"/>
              <a:t>- Search page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Payment function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File upload function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  for property page</a:t>
            </a:r>
          </a:p>
        </p:txBody>
      </p:sp>
    </p:spTree>
    <p:extLst>
      <p:ext uri="{BB962C8B-B14F-4D97-AF65-F5344CB8AC3E}">
        <p14:creationId xmlns:p14="http://schemas.microsoft.com/office/powerpoint/2010/main" val="499583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2E1B8-FDA5-A57C-BF0C-9373CA9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8BF0-22FC-B76B-0185-34A99145A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93606"/>
            <a:ext cx="8837627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Features for all users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F6C62A-AFDE-D425-2431-A6D3E3F757D6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9FC90D91-0B91-3D4A-4474-86E45A289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00" y="1888538"/>
            <a:ext cx="5543796" cy="3862595"/>
          </a:xfrm>
          <a:prstGeom prst="rect">
            <a:avLst/>
          </a:prstGeom>
        </p:spPr>
      </p:pic>
      <p:pic>
        <p:nvPicPr>
          <p:cNvPr id="39" name="그림 38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514E87EA-E48E-32CB-D7CD-9E7633590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054" y="1888538"/>
            <a:ext cx="5683046" cy="338988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BD78135-065E-D6C8-B5F7-D22D3524F986}"/>
              </a:ext>
            </a:extLst>
          </p:cNvPr>
          <p:cNvSpPr txBox="1"/>
          <p:nvPr/>
        </p:nvSpPr>
        <p:spPr>
          <a:xfrm>
            <a:off x="2211004" y="5820703"/>
            <a:ext cx="167558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Registration</a:t>
            </a:r>
            <a:endParaRPr lang="ko-KR" altLang="en-US" sz="25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64CB9F-2EB7-BC66-C36D-31CAECFE1EFE}"/>
              </a:ext>
            </a:extLst>
          </p:cNvPr>
          <p:cNvSpPr txBox="1"/>
          <p:nvPr/>
        </p:nvSpPr>
        <p:spPr>
          <a:xfrm>
            <a:off x="8645414" y="5422307"/>
            <a:ext cx="85632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Login</a:t>
            </a:r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515158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74CE1-7C12-D307-D92C-B6C416347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번호이(가) 표시된 사진&#10;&#10;자동 생성된 설명">
            <a:extLst>
              <a:ext uri="{FF2B5EF4-FFF2-40B4-BE49-F238E27FC236}">
                <a16:creationId xmlns:a16="http://schemas.microsoft.com/office/drawing/2014/main" id="{975E1CCD-BDB1-26A7-0AC1-F184BDABA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346" y="1888538"/>
            <a:ext cx="5864179" cy="396239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14BEDD8-9CFD-A767-E547-E67B34553CF6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텍스트, 스크린샷, 웹사이트, 가구이(가) 표시된 사진&#10;&#10;자동 생성된 설명">
            <a:extLst>
              <a:ext uri="{FF2B5EF4-FFF2-40B4-BE49-F238E27FC236}">
                <a16:creationId xmlns:a16="http://schemas.microsoft.com/office/drawing/2014/main" id="{A112775D-9413-CDE7-611F-7E24F4B1F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75" y="1908202"/>
            <a:ext cx="5511786" cy="373625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6886B61-E470-A147-E057-F418EAF6A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93606"/>
            <a:ext cx="8837627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Features for all users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A916E0-5996-64E8-F50B-68480299A0D1}"/>
              </a:ext>
            </a:extLst>
          </p:cNvPr>
          <p:cNvSpPr txBox="1"/>
          <p:nvPr/>
        </p:nvSpPr>
        <p:spPr>
          <a:xfrm>
            <a:off x="2165533" y="5820703"/>
            <a:ext cx="178766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View Listings</a:t>
            </a:r>
            <a:endParaRPr lang="ko-KR" altLang="en-US" sz="2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E8DDC9-CF8A-2BE7-17A7-3A3A47FA4C5E}"/>
              </a:ext>
            </a:extLst>
          </p:cNvPr>
          <p:cNvSpPr txBox="1"/>
          <p:nvPr/>
        </p:nvSpPr>
        <p:spPr>
          <a:xfrm>
            <a:off x="7819745" y="5990406"/>
            <a:ext cx="227337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Search Property</a:t>
            </a:r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3765560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62139-E77C-AF0F-234D-46C3C7C1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39E11A7-4859-21CD-838F-92537A0F4FDD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26B84363-A028-26F7-23AA-835C76B14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177" y="1888538"/>
            <a:ext cx="6171646" cy="393521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B6A7014-393A-0C1A-0745-81D7A14A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93606"/>
            <a:ext cx="8837627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Features for Client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DD3474-7EAF-411A-DECD-23FB7335758C}"/>
              </a:ext>
            </a:extLst>
          </p:cNvPr>
          <p:cNvSpPr txBox="1"/>
          <p:nvPr/>
        </p:nvSpPr>
        <p:spPr>
          <a:xfrm>
            <a:off x="5056260" y="5910038"/>
            <a:ext cx="204421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Down Payment</a:t>
            </a:r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1590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B84A1-432D-3A53-189D-CF43B345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50346E5-8F1B-2B41-3169-3A9165334F7B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D82EDC1A-C759-D776-FBD8-5361D887A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32" y="1908202"/>
            <a:ext cx="5299587" cy="3362470"/>
          </a:xfrm>
          <a:prstGeom prst="rect">
            <a:avLst/>
          </a:prstGeom>
        </p:spPr>
      </p:pic>
      <p:pic>
        <p:nvPicPr>
          <p:cNvPr id="7" name="그림 6" descr="텍스트, 스크린샷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id="{22A3F1C2-1CE4-A915-28E9-804A04450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717" y="1908202"/>
            <a:ext cx="6198351" cy="358963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AA50767-C7A4-05C7-88CD-20816A040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93606"/>
            <a:ext cx="8837627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Features for Realtor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C87AB8-CB6E-2BDB-BCF0-6A0414A7A21B}"/>
              </a:ext>
            </a:extLst>
          </p:cNvPr>
          <p:cNvSpPr txBox="1"/>
          <p:nvPr/>
        </p:nvSpPr>
        <p:spPr>
          <a:xfrm>
            <a:off x="1757432" y="5497837"/>
            <a:ext cx="227658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Create Property</a:t>
            </a:r>
            <a:endParaRPr lang="ko-KR" altLang="en-US" sz="2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2D426E-6BE1-68B8-2ED2-6F8AEF8EE753}"/>
              </a:ext>
            </a:extLst>
          </p:cNvPr>
          <p:cNvSpPr txBox="1"/>
          <p:nvPr/>
        </p:nvSpPr>
        <p:spPr>
          <a:xfrm>
            <a:off x="7417654" y="5497837"/>
            <a:ext cx="285847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Edit/Delete Property</a:t>
            </a:r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1704547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3AE8B-31CB-8237-757F-DAA2D3E82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903E2BCC-0FB3-215F-F9D6-D4AAB6FC6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490" y="1888537"/>
            <a:ext cx="9153020" cy="393521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546DB7D-7B9E-602C-22F3-DFA714498C3F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78F9240-36EB-05AC-828C-5FD5B04F5922}"/>
              </a:ext>
            </a:extLst>
          </p:cNvPr>
          <p:cNvSpPr txBox="1">
            <a:spLocks/>
          </p:cNvSpPr>
          <p:nvPr/>
        </p:nvSpPr>
        <p:spPr>
          <a:xfrm>
            <a:off x="1024127" y="93606"/>
            <a:ext cx="8837627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Features for Admin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4870C6-662C-1DC1-1919-890917A6422A}"/>
              </a:ext>
            </a:extLst>
          </p:cNvPr>
          <p:cNvSpPr txBox="1"/>
          <p:nvPr/>
        </p:nvSpPr>
        <p:spPr>
          <a:xfrm>
            <a:off x="4941677" y="5880540"/>
            <a:ext cx="230864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Edit/Delete User</a:t>
            </a:r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3114151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8C067-E973-F1BD-C378-00D38F8BF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54E4-E448-95E2-22D4-C64EE2FFB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606"/>
            <a:ext cx="4934220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template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73184C-FC5B-E17B-22E8-0EDF0205B186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055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BACKGROUND</a:t>
            </a:r>
          </a:p>
        </p:txBody>
      </p:sp>
      <p:graphicFrame>
        <p:nvGraphicFramePr>
          <p:cNvPr id="5" name="Content Placeholder 2" descr="SmartArt graphic placeholder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963009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r="52456" b="-1"/>
          <a:stretch/>
        </p:blipFill>
        <p:spPr>
          <a:xfrm>
            <a:off x="3068" y="0"/>
            <a:ext cx="12188932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E4FB340-C181-6921-708B-8F6A3DA9B5D2}"/>
              </a:ext>
            </a:extLst>
          </p:cNvPr>
          <p:cNvSpPr txBox="1">
            <a:spLocks/>
          </p:cNvSpPr>
          <p:nvPr/>
        </p:nvSpPr>
        <p:spPr>
          <a:xfrm>
            <a:off x="1562290" y="735348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Title Lorem Ipsum Dolor</a:t>
            </a:r>
          </a:p>
        </p:txBody>
      </p:sp>
      <p:graphicFrame>
        <p:nvGraphicFramePr>
          <p:cNvPr id="14" name="Content Placeholder 2" descr="SmartArt graphic placeholder">
            <a:extLst>
              <a:ext uri="{FF2B5EF4-FFF2-40B4-BE49-F238E27FC236}">
                <a16:creationId xmlns:a16="http://schemas.microsoft.com/office/drawing/2014/main" id="{00561ED1-3DAB-36A0-95D9-1DD99EB3631E}"/>
              </a:ext>
            </a:extLst>
          </p:cNvPr>
          <p:cNvGraphicFramePr>
            <a:graphicFrameLocks/>
          </p:cNvGraphicFramePr>
          <p:nvPr/>
        </p:nvGraphicFramePr>
        <p:xfrm>
          <a:off x="1562100" y="2436132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8593C8-9AC3-C96F-6E2C-CEAC0825EC2B}"/>
              </a:ext>
            </a:extLst>
          </p:cNvPr>
          <p:cNvCxnSpPr/>
          <p:nvPr/>
        </p:nvCxnSpPr>
        <p:spPr>
          <a:xfrm>
            <a:off x="1320800" y="1016000"/>
            <a:ext cx="0" cy="89988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7066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r="52456" b="-1"/>
          <a:stretch/>
        </p:blipFill>
        <p:spPr>
          <a:xfrm>
            <a:off x="3068" y="-3969"/>
            <a:ext cx="12188932" cy="68580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9FB7B153-077A-2895-073D-8BA5E07C5638}"/>
              </a:ext>
            </a:extLst>
          </p:cNvPr>
          <p:cNvSpPr txBox="1">
            <a:spLocks/>
          </p:cNvSpPr>
          <p:nvPr/>
        </p:nvSpPr>
        <p:spPr>
          <a:xfrm>
            <a:off x="8187269" y="643467"/>
            <a:ext cx="3415612" cy="5571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Title Lorem Ipsum Dolor</a:t>
            </a:r>
          </a:p>
        </p:txBody>
      </p:sp>
      <p:graphicFrame>
        <p:nvGraphicFramePr>
          <p:cNvPr id="11" name="Content Placeholder 2" descr="SmartArt graphic placeholder">
            <a:extLst>
              <a:ext uri="{FF2B5EF4-FFF2-40B4-BE49-F238E27FC236}">
                <a16:creationId xmlns:a16="http://schemas.microsoft.com/office/drawing/2014/main" id="{EB412699-B9CE-553E-5D3A-0CF291F86478}"/>
              </a:ext>
            </a:extLst>
          </p:cNvPr>
          <p:cNvGraphicFramePr>
            <a:graphicFrameLocks/>
          </p:cNvGraphicFramePr>
          <p:nvPr/>
        </p:nvGraphicFramePr>
        <p:xfrm>
          <a:off x="904875" y="976313"/>
          <a:ext cx="5734050" cy="4897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50913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r="52456" b="-1"/>
          <a:stretch/>
        </p:blipFill>
        <p:spPr>
          <a:xfrm>
            <a:off x="3068" y="-3969"/>
            <a:ext cx="12188932" cy="68580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9FB7B153-077A-2895-073D-8BA5E07C5638}"/>
              </a:ext>
            </a:extLst>
          </p:cNvPr>
          <p:cNvSpPr txBox="1">
            <a:spLocks/>
          </p:cNvSpPr>
          <p:nvPr/>
        </p:nvSpPr>
        <p:spPr>
          <a:xfrm>
            <a:off x="8187269" y="643467"/>
            <a:ext cx="3415612" cy="5571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Title Lorem Ipsum Dolor</a:t>
            </a:r>
          </a:p>
        </p:txBody>
      </p:sp>
      <p:graphicFrame>
        <p:nvGraphicFramePr>
          <p:cNvPr id="11" name="Content Placeholder 2" descr="SmartArt graphic placeholder">
            <a:extLst>
              <a:ext uri="{FF2B5EF4-FFF2-40B4-BE49-F238E27FC236}">
                <a16:creationId xmlns:a16="http://schemas.microsoft.com/office/drawing/2014/main" id="{EB412699-B9CE-553E-5D3A-0CF291F86478}"/>
              </a:ext>
            </a:extLst>
          </p:cNvPr>
          <p:cNvGraphicFramePr>
            <a:graphicFrameLocks/>
          </p:cNvGraphicFramePr>
          <p:nvPr/>
        </p:nvGraphicFramePr>
        <p:xfrm>
          <a:off x="904875" y="976313"/>
          <a:ext cx="5734050" cy="4897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5336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BE753E-4156-4486-B269-C34C2220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9BFE9F-67FE-4BBC-BFED-6AA4C51D0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269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Title Lorem Ipsum Dolor</a:t>
            </a:r>
          </a:p>
        </p:txBody>
      </p:sp>
      <p:graphicFrame>
        <p:nvGraphicFramePr>
          <p:cNvPr id="5" name="Content Placeholder 2" descr="SmartArt graphic placeholder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3381288"/>
              </p:ext>
            </p:extLst>
          </p:nvPr>
        </p:nvGraphicFramePr>
        <p:xfrm>
          <a:off x="904875" y="976313"/>
          <a:ext cx="5734050" cy="4897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7709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AAC386-A18D-4525-AD1B-4D227ED34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872" y="643467"/>
            <a:ext cx="3473009" cy="5571066"/>
          </a:xfrm>
        </p:spPr>
        <p:txBody>
          <a:bodyPr>
            <a:normAutofit/>
          </a:bodyPr>
          <a:lstStyle/>
          <a:p>
            <a:r>
              <a:rPr lang="en-US"/>
              <a:t>Title Lorem Ipsum Dolor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4C4AD0-FE94-4E84-ACA6-CC5BF1A11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853463" y="2514600"/>
            <a:ext cx="0" cy="1828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 descr="SmartArt graphic placeholder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01938"/>
              </p:ext>
            </p:extLst>
          </p:nvPr>
        </p:nvGraphicFramePr>
        <p:xfrm>
          <a:off x="942975" y="933450"/>
          <a:ext cx="6596063" cy="4941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0585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83618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2299</TotalTime>
  <Words>371</Words>
  <Application>Microsoft Office PowerPoint</Application>
  <PresentationFormat>와이드스크린</PresentationFormat>
  <Paragraphs>77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Calibri</vt:lpstr>
      <vt:lpstr>Tw Cen MT</vt:lpstr>
      <vt:lpstr>Tw Cen MT Condensed</vt:lpstr>
      <vt:lpstr>Wingdings 3</vt:lpstr>
      <vt:lpstr>Integral</vt:lpstr>
      <vt:lpstr>PowerPoint 프레젠테이션</vt:lpstr>
      <vt:lpstr>I  BACKGROUND</vt:lpstr>
      <vt:lpstr>I  SOLUTION OVERVIEW</vt:lpstr>
      <vt:lpstr>I  Roles &amp; Responsibilities</vt:lpstr>
      <vt:lpstr>I  Features for all users</vt:lpstr>
      <vt:lpstr>I  Features for all users</vt:lpstr>
      <vt:lpstr>I  Features for Client</vt:lpstr>
      <vt:lpstr>I  Features for Realtor</vt:lpstr>
      <vt:lpstr>PowerPoint 프레젠테이션</vt:lpstr>
      <vt:lpstr>I  template</vt:lpstr>
      <vt:lpstr>BACKGROUND</vt:lpstr>
      <vt:lpstr>PowerPoint 프레젠테이션</vt:lpstr>
      <vt:lpstr>PowerPoint 프레젠테이션</vt:lpstr>
      <vt:lpstr>PowerPoint 프레젠테이션</vt:lpstr>
      <vt:lpstr>Title Lorem Ipsum Dolor</vt:lpstr>
      <vt:lpstr>Title Lorem Ipsum Dolor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K P</dc:creator>
  <cp:lastModifiedBy>Kim, Bo Kyung</cp:lastModifiedBy>
  <cp:revision>6</cp:revision>
  <dcterms:created xsi:type="dcterms:W3CDTF">2024-01-22T16:11:01Z</dcterms:created>
  <dcterms:modified xsi:type="dcterms:W3CDTF">2024-02-04T18:43:07Z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